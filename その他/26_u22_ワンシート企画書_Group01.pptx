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6" r:id="rId5"/>
  </p:sldIdLst>
  <p:sldSz cx="6858000" cy="9144000" type="screen4x3"/>
  <p:notesSz cx="6858000" cy="9144000"/>
  <p:defaultTextStyle>
    <a:defPPr>
      <a:defRPr lang="ja-JP"/>
    </a:defPPr>
    <a:lvl1pPr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C98AE8-F4A8-4900-8B7C-6A878B87409F}" v="3" dt="2026-05-12T06:12:22.660"/>
    <p1510:client id="{A4660664-38B4-4252-2F1B-13DF23B69F30}" v="29" dt="2026-05-12T06:40:20.714"/>
    <p1510:client id="{E64BDF29-F703-04BC-94D3-AABC69EF5D44}" v="76" dt="2026-05-12T05:51:47.25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1830" y="-9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S24 荒井葉月" userId="S::ths41366@ths.hal.ac.jp::cac1c996-7d37-40a4-81fd-e2e80c4290a1" providerId="AD" clId="Web-{487804DC-F3A8-C14E-763E-632FD98581C5}"/>
    <pc:docChg chg="modSld">
      <pc:chgData name="THS24 荒井葉月" userId="S::ths41366@ths.hal.ac.jp::cac1c996-7d37-40a4-81fd-e2e80c4290a1" providerId="AD" clId="Web-{487804DC-F3A8-C14E-763E-632FD98581C5}" dt="2026-04-21T07:42:18.568" v="67"/>
      <pc:docMkLst>
        <pc:docMk/>
      </pc:docMkLst>
      <pc:sldChg chg="modSp">
        <pc:chgData name="THS24 荒井葉月" userId="S::ths41366@ths.hal.ac.jp::cac1c996-7d37-40a4-81fd-e2e80c4290a1" providerId="AD" clId="Web-{487804DC-F3A8-C14E-763E-632FD98581C5}" dt="2026-04-21T07:42:18.568" v="67"/>
        <pc:sldMkLst>
          <pc:docMk/>
          <pc:sldMk cId="0" sldId="256"/>
        </pc:sldMkLst>
        <pc:graphicFrameChg chg="mod modGraphic">
          <ac:chgData name="THS24 荒井葉月" userId="S::ths41366@ths.hal.ac.jp::cac1c996-7d37-40a4-81fd-e2e80c4290a1" providerId="AD" clId="Web-{487804DC-F3A8-C14E-763E-632FD98581C5}" dt="2026-04-21T07:42:18.568" v="67"/>
          <ac:graphicFrameMkLst>
            <pc:docMk/>
            <pc:sldMk cId="0" sldId="256"/>
            <ac:graphicFrameMk id="2082" creationId="{00000000-0000-0000-0000-000000000000}"/>
          </ac:graphicFrameMkLst>
        </pc:graphicFrameChg>
      </pc:sldChg>
    </pc:docChg>
  </pc:docChgLst>
  <pc:docChgLst>
    <pc:chgData name="THIA13A08320 林紘季" userId="1a3b9c84-4ef7-4ef3-b24e-488bcf298713" providerId="ADAL" clId="{36C77157-F5A7-48F1-A2D1-5951EA412364}"/>
    <pc:docChg chg="modSld">
      <pc:chgData name="THIA13A08320 林紘季" userId="1a3b9c84-4ef7-4ef3-b24e-488bcf298713" providerId="ADAL" clId="{36C77157-F5A7-48F1-A2D1-5951EA412364}" dt="2026-05-12T06:26:45.164" v="1152" actId="1076"/>
      <pc:docMkLst>
        <pc:docMk/>
      </pc:docMkLst>
      <pc:sldChg chg="addSp modSp mod">
        <pc:chgData name="THIA13A08320 林紘季" userId="1a3b9c84-4ef7-4ef3-b24e-488bcf298713" providerId="ADAL" clId="{36C77157-F5A7-48F1-A2D1-5951EA412364}" dt="2026-05-12T06:26:45.164" v="1152" actId="1076"/>
        <pc:sldMkLst>
          <pc:docMk/>
          <pc:sldMk cId="0" sldId="256"/>
        </pc:sldMkLst>
        <pc:spChg chg="add mod">
          <ac:chgData name="THIA13A08320 林紘季" userId="1a3b9c84-4ef7-4ef3-b24e-488bcf298713" providerId="ADAL" clId="{36C77157-F5A7-48F1-A2D1-5951EA412364}" dt="2026-05-12T06:07:25.759" v="250" actId="403"/>
          <ac:spMkLst>
            <pc:docMk/>
            <pc:sldMk cId="0" sldId="256"/>
            <ac:spMk id="2" creationId="{C4907D77-CB2F-1D9C-DE8B-CCCA3A32A708}"/>
          </ac:spMkLst>
        </pc:spChg>
        <pc:spChg chg="add mod">
          <ac:chgData name="THIA13A08320 林紘季" userId="1a3b9c84-4ef7-4ef3-b24e-488bcf298713" providerId="ADAL" clId="{36C77157-F5A7-48F1-A2D1-5951EA412364}" dt="2026-05-12T06:12:07.693" v="253" actId="14100"/>
          <ac:spMkLst>
            <pc:docMk/>
            <pc:sldMk cId="0" sldId="256"/>
            <ac:spMk id="3" creationId="{2CE22B80-3AC5-DB70-9953-FBF5FB42E07A}"/>
          </ac:spMkLst>
        </pc:spChg>
        <pc:spChg chg="add mod">
          <ac:chgData name="THIA13A08320 林紘季" userId="1a3b9c84-4ef7-4ef3-b24e-488bcf298713" providerId="ADAL" clId="{36C77157-F5A7-48F1-A2D1-5951EA412364}" dt="2026-05-12T06:26:45.164" v="1152" actId="1076"/>
          <ac:spMkLst>
            <pc:docMk/>
            <pc:sldMk cId="0" sldId="256"/>
            <ac:spMk id="4" creationId="{6F0CC412-37C8-3F71-F208-FBFC6F4AC141}"/>
          </ac:spMkLst>
        </pc:spChg>
        <pc:graphicFrameChg chg="modGraphic">
          <ac:chgData name="THIA13A08320 林紘季" userId="1a3b9c84-4ef7-4ef3-b24e-488bcf298713" providerId="ADAL" clId="{36C77157-F5A7-48F1-A2D1-5951EA412364}" dt="2026-05-12T06:24:18.334" v="720" actId="20577"/>
          <ac:graphicFrameMkLst>
            <pc:docMk/>
            <pc:sldMk cId="0" sldId="256"/>
            <ac:graphicFrameMk id="2082" creationId="{00000000-0000-0000-0000-000000000000}"/>
          </ac:graphicFrameMkLst>
        </pc:graphicFrameChg>
      </pc:sldChg>
    </pc:docChg>
  </pc:docChgLst>
  <pc:docChgLst>
    <pc:chgData name="THS24 石井青泊" userId="S::ths40428@ths.hal.ac.jp::9a274f86-53c8-4fca-9607-9d1246d1e0d5" providerId="AD" clId="Web-{730F9E8B-5BEF-A377-00EE-9D1EB0415813}"/>
    <pc:docChg chg="modSld">
      <pc:chgData name="THS24 石井青泊" userId="S::ths40428@ths.hal.ac.jp::9a274f86-53c8-4fca-9607-9d1246d1e0d5" providerId="AD" clId="Web-{730F9E8B-5BEF-A377-00EE-9D1EB0415813}" dt="2026-04-21T08:04:26.649" v="222"/>
      <pc:docMkLst>
        <pc:docMk/>
      </pc:docMkLst>
      <pc:sldChg chg="modSp">
        <pc:chgData name="THS24 石井青泊" userId="S::ths40428@ths.hal.ac.jp::9a274f86-53c8-4fca-9607-9d1246d1e0d5" providerId="AD" clId="Web-{730F9E8B-5BEF-A377-00EE-9D1EB0415813}" dt="2026-04-21T08:04:26.649" v="222"/>
        <pc:sldMkLst>
          <pc:docMk/>
          <pc:sldMk cId="0" sldId="256"/>
        </pc:sldMkLst>
        <pc:spChg chg="mod">
          <ac:chgData name="THS24 石井青泊" userId="S::ths40428@ths.hal.ac.jp::9a274f86-53c8-4fca-9607-9d1246d1e0d5" providerId="AD" clId="Web-{730F9E8B-5BEF-A377-00EE-9D1EB0415813}" dt="2026-04-21T07:42:18.170" v="14" actId="20577"/>
          <ac:spMkLst>
            <pc:docMk/>
            <pc:sldMk cId="0" sldId="256"/>
            <ac:spMk id="6" creationId="{00000000-0000-0000-0000-000000000000}"/>
          </ac:spMkLst>
        </pc:spChg>
        <pc:graphicFrameChg chg="mod modGraphic">
          <ac:chgData name="THS24 石井青泊" userId="S::ths40428@ths.hal.ac.jp::9a274f86-53c8-4fca-9607-9d1246d1e0d5" providerId="AD" clId="Web-{730F9E8B-5BEF-A377-00EE-9D1EB0415813}" dt="2026-04-21T08:04:26.649" v="222"/>
          <ac:graphicFrameMkLst>
            <pc:docMk/>
            <pc:sldMk cId="0" sldId="256"/>
            <ac:graphicFrameMk id="2082" creationId="{00000000-0000-0000-0000-000000000000}"/>
          </ac:graphicFrameMkLst>
        </pc:graphicFrameChg>
      </pc:sldChg>
    </pc:docChg>
  </pc:docChgLst>
  <pc:docChgLst>
    <pc:chgData name="THIA13A08320 林紘季" userId="S::ths40239@ths.hal.ac.jp::1a3b9c84-4ef7-4ef3-b24e-488bcf298713" providerId="AD" clId="Web-{E64BDF29-F703-04BC-94D3-AABC69EF5D44}"/>
    <pc:docChg chg="modSld">
      <pc:chgData name="THIA13A08320 林紘季" userId="S::ths40239@ths.hal.ac.jp::1a3b9c84-4ef7-4ef3-b24e-488bcf298713" providerId="AD" clId="Web-{E64BDF29-F703-04BC-94D3-AABC69EF5D44}" dt="2026-05-12T05:51:47.258" v="68" actId="20577"/>
      <pc:docMkLst>
        <pc:docMk/>
      </pc:docMkLst>
      <pc:sldChg chg="addSp delSp modSp">
        <pc:chgData name="THIA13A08320 林紘季" userId="S::ths40239@ths.hal.ac.jp::1a3b9c84-4ef7-4ef3-b24e-488bcf298713" providerId="AD" clId="Web-{E64BDF29-F703-04BC-94D3-AABC69EF5D44}" dt="2026-05-12T05:51:47.258" v="68" actId="20577"/>
        <pc:sldMkLst>
          <pc:docMk/>
          <pc:sldMk cId="0" sldId="256"/>
        </pc:sldMkLst>
        <pc:spChg chg="add del">
          <ac:chgData name="THIA13A08320 林紘季" userId="S::ths40239@ths.hal.ac.jp::1a3b9c84-4ef7-4ef3-b24e-488bcf298713" providerId="AD" clId="Web-{E64BDF29-F703-04BC-94D3-AABC69EF5D44}" dt="2026-05-12T05:49:35.598" v="57"/>
          <ac:spMkLst>
            <pc:docMk/>
            <pc:sldMk cId="0" sldId="256"/>
            <ac:spMk id="2" creationId="{58CEA7A3-DD50-B61A-F779-8F89254B7F2F}"/>
          </ac:spMkLst>
        </pc:spChg>
        <pc:spChg chg="mod">
          <ac:chgData name="THIA13A08320 林紘季" userId="S::ths40239@ths.hal.ac.jp::1a3b9c84-4ef7-4ef3-b24e-488bcf298713" providerId="AD" clId="Web-{E64BDF29-F703-04BC-94D3-AABC69EF5D44}" dt="2026-05-12T05:51:47.258" v="68" actId="20577"/>
          <ac:spMkLst>
            <pc:docMk/>
            <pc:sldMk cId="0" sldId="256"/>
            <ac:spMk id="6" creationId="{00000000-0000-0000-0000-000000000000}"/>
          </ac:spMkLst>
        </pc:spChg>
        <pc:graphicFrameChg chg="mod modGraphic">
          <ac:chgData name="THIA13A08320 林紘季" userId="S::ths40239@ths.hal.ac.jp::1a3b9c84-4ef7-4ef3-b24e-488bcf298713" providerId="AD" clId="Web-{E64BDF29-F703-04BC-94D3-AABC69EF5D44}" dt="2026-05-12T05:49:25.832" v="55"/>
          <ac:graphicFrameMkLst>
            <pc:docMk/>
            <pc:sldMk cId="0" sldId="256"/>
            <ac:graphicFrameMk id="2082" creationId="{00000000-0000-0000-0000-000000000000}"/>
          </ac:graphicFrameMkLst>
        </pc:graphicFrameChg>
      </pc:sldChg>
    </pc:docChg>
  </pc:docChgLst>
  <pc:docChgLst>
    <pc:chgData name="THIA13A08320 林紘季" userId="S::ths40239@ths.hal.ac.jp::1a3b9c84-4ef7-4ef3-b24e-488bcf298713" providerId="AD" clId="Web-{A4660664-38B4-4252-2F1B-13DF23B69F30}"/>
    <pc:docChg chg="modSld">
      <pc:chgData name="THIA13A08320 林紘季" userId="S::ths40239@ths.hal.ac.jp::1a3b9c84-4ef7-4ef3-b24e-488bcf298713" providerId="AD" clId="Web-{A4660664-38B4-4252-2F1B-13DF23B69F30}" dt="2026-05-12T06:39:44.948" v="18" actId="20577"/>
      <pc:docMkLst>
        <pc:docMk/>
      </pc:docMkLst>
      <pc:sldChg chg="modSp">
        <pc:chgData name="THIA13A08320 林紘季" userId="S::ths40239@ths.hal.ac.jp::1a3b9c84-4ef7-4ef3-b24e-488bcf298713" providerId="AD" clId="Web-{A4660664-38B4-4252-2F1B-13DF23B69F30}" dt="2026-05-12T06:39:44.948" v="18" actId="20577"/>
        <pc:sldMkLst>
          <pc:docMk/>
          <pc:sldMk cId="0" sldId="256"/>
        </pc:sldMkLst>
        <pc:spChg chg="mod">
          <ac:chgData name="THIA13A08320 林紘季" userId="S::ths40239@ths.hal.ac.jp::1a3b9c84-4ef7-4ef3-b24e-488bcf298713" providerId="AD" clId="Web-{A4660664-38B4-4252-2F1B-13DF23B69F30}" dt="2026-05-12T06:32:37.439" v="11" actId="20577"/>
          <ac:spMkLst>
            <pc:docMk/>
            <pc:sldMk cId="0" sldId="256"/>
            <ac:spMk id="2" creationId="{C4907D77-CB2F-1D9C-DE8B-CCCA3A32A708}"/>
          </ac:spMkLst>
        </pc:spChg>
        <pc:spChg chg="mod">
          <ac:chgData name="THIA13A08320 林紘季" userId="S::ths40239@ths.hal.ac.jp::1a3b9c84-4ef7-4ef3-b24e-488bcf298713" providerId="AD" clId="Web-{A4660664-38B4-4252-2F1B-13DF23B69F30}" dt="2026-05-12T06:32:27.595" v="9" actId="1076"/>
          <ac:spMkLst>
            <pc:docMk/>
            <pc:sldMk cId="0" sldId="256"/>
            <ac:spMk id="3" creationId="{2CE22B80-3AC5-DB70-9953-FBF5FB42E07A}"/>
          </ac:spMkLst>
        </pc:spChg>
        <pc:spChg chg="mod">
          <ac:chgData name="THIA13A08320 林紘季" userId="S::ths40239@ths.hal.ac.jp::1a3b9c84-4ef7-4ef3-b24e-488bcf298713" providerId="AD" clId="Web-{A4660664-38B4-4252-2F1B-13DF23B69F30}" dt="2026-05-12T06:39:44.948" v="18" actId="20577"/>
          <ac:spMkLst>
            <pc:docMk/>
            <pc:sldMk cId="0" sldId="256"/>
            <ac:spMk id="4" creationId="{6F0CC412-37C8-3F71-F208-FBFC6F4AC141}"/>
          </ac:spMkLst>
        </pc:spChg>
      </pc:sldChg>
    </pc:docChg>
  </pc:docChgLst>
  <pc:docChgLst>
    <pc:chgData name="THS24 林紘季" userId="S::ths40239@ths.hal.ac.jp::1a3b9c84-4ef7-4ef3-b24e-488bcf298713" providerId="AD" clId="Web-{D7EC0521-7552-9140-A70B-0E277D4FD339}"/>
    <pc:docChg chg="modSld">
      <pc:chgData name="THS24 林紘季" userId="S::ths40239@ths.hal.ac.jp::1a3b9c84-4ef7-4ef3-b24e-488bcf298713" providerId="AD" clId="Web-{D7EC0521-7552-9140-A70B-0E277D4FD339}" dt="2026-04-21T08:06:56.330" v="42"/>
      <pc:docMkLst>
        <pc:docMk/>
      </pc:docMkLst>
      <pc:sldChg chg="modSp">
        <pc:chgData name="THS24 林紘季" userId="S::ths40239@ths.hal.ac.jp::1a3b9c84-4ef7-4ef3-b24e-488bcf298713" providerId="AD" clId="Web-{D7EC0521-7552-9140-A70B-0E277D4FD339}" dt="2026-04-21T08:06:56.330" v="42"/>
        <pc:sldMkLst>
          <pc:docMk/>
          <pc:sldMk cId="0" sldId="256"/>
        </pc:sldMkLst>
        <pc:spChg chg="mod">
          <ac:chgData name="THS24 林紘季" userId="S::ths40239@ths.hal.ac.jp::1a3b9c84-4ef7-4ef3-b24e-488bcf298713" providerId="AD" clId="Web-{D7EC0521-7552-9140-A70B-0E277D4FD339}" dt="2026-04-21T07:39:26.569" v="10" actId="20577"/>
          <ac:spMkLst>
            <pc:docMk/>
            <pc:sldMk cId="0" sldId="256"/>
            <ac:spMk id="3090" creationId="{00000000-0000-0000-0000-000000000000}"/>
          </ac:spMkLst>
        </pc:spChg>
        <pc:graphicFrameChg chg="mod modGraphic">
          <ac:chgData name="THS24 林紘季" userId="S::ths40239@ths.hal.ac.jp::1a3b9c84-4ef7-4ef3-b24e-488bcf298713" providerId="AD" clId="Web-{D7EC0521-7552-9140-A70B-0E277D4FD339}" dt="2026-04-21T08:06:56.330" v="42"/>
          <ac:graphicFrameMkLst>
            <pc:docMk/>
            <pc:sldMk cId="0" sldId="256"/>
            <ac:graphicFrameMk id="2082"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Arial" charset="0"/>
              </a:defRPr>
            </a:lvl1pPr>
          </a:lstStyle>
          <a:p>
            <a:pPr>
              <a:defRPr/>
            </a:pPr>
            <a:endParaRPr lang="en-US" altLang="ja-JP"/>
          </a:p>
        </p:txBody>
      </p:sp>
      <p:sp>
        <p:nvSpPr>
          <p:cNvPr id="1433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Arial" charset="0"/>
              </a:defRPr>
            </a:lvl1pPr>
          </a:lstStyle>
          <a:p>
            <a:pPr>
              <a:defRPr/>
            </a:pPr>
            <a:fld id="{723FD391-0870-496F-A9E4-C5BC341F00B2}" type="datetimeFigureOut">
              <a:rPr lang="ja-JP" altLang="en-US"/>
              <a:pPr>
                <a:defRPr/>
              </a:pPr>
              <a:t>2026/5/11</a:t>
            </a:fld>
            <a:endParaRPr lang="en-US" altLang="ja-JP"/>
          </a:p>
        </p:txBody>
      </p:sp>
      <p:sp>
        <p:nvSpPr>
          <p:cNvPr id="2052" name="Rectangle 4"/>
          <p:cNvSpPr>
            <a:spLocks noGrp="1" noRot="1" noChangeAspect="1" noChangeArrowheads="1" noTextEdit="1"/>
          </p:cNvSpPr>
          <p:nvPr>
            <p:ph type="sldImg" idx="2"/>
          </p:nvPr>
        </p:nvSpPr>
        <p:spPr bwMode="auto">
          <a:xfrm>
            <a:off x="2143125" y="685800"/>
            <a:ext cx="257175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1434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Arial" charset="0"/>
              </a:defRPr>
            </a:lvl1pPr>
          </a:lstStyle>
          <a:p>
            <a:pPr>
              <a:defRPr/>
            </a:pPr>
            <a:endParaRPr lang="en-US" altLang="ja-JP"/>
          </a:p>
        </p:txBody>
      </p:sp>
      <p:sp>
        <p:nvSpPr>
          <p:cNvPr id="1434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CDF30201-F27D-4A40-B66B-68C120289DB6}" type="slidenum">
              <a:rPr lang="ja-JP" altLang="en-US"/>
              <a:pPr>
                <a:defRPr/>
              </a:pPr>
              <a:t>‹#›</a:t>
            </a:fld>
            <a:endParaRPr lang="en-US" altLang="ja-JP"/>
          </a:p>
        </p:txBody>
      </p:sp>
    </p:spTree>
    <p:extLst>
      <p:ext uri="{BB962C8B-B14F-4D97-AF65-F5344CB8AC3E}">
        <p14:creationId xmlns:p14="http://schemas.microsoft.com/office/powerpoint/2010/main" val="54456857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1pPr>
    <a:lvl2pPr marL="4572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2pPr>
    <a:lvl3pPr marL="9144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3pPr>
    <a:lvl4pPr marL="13716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4pPr>
    <a:lvl5pPr marL="18288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spect="1" noChangeArrowheads="1" noTextEdit="1"/>
          </p:cNvSpPr>
          <p:nvPr>
            <p:ph type="sldImg"/>
          </p:nvPr>
        </p:nvSpPr>
        <p:spPr>
          <a:ln/>
        </p:spPr>
      </p:sp>
      <p:sp>
        <p:nvSpPr>
          <p:cNvPr id="40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a:p>
        </p:txBody>
      </p:sp>
    </p:spTree>
    <p:extLst>
      <p:ext uri="{BB962C8B-B14F-4D97-AF65-F5344CB8AC3E}">
        <p14:creationId xmlns:p14="http://schemas.microsoft.com/office/powerpoint/2010/main" val="1679944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514350" y="2840568"/>
            <a:ext cx="5829300" cy="1960033"/>
          </a:xfrm>
        </p:spPr>
        <p:txBody>
          <a:bodyPr/>
          <a:lstStyle/>
          <a:p>
            <a:r>
              <a:rPr lang="ja-JP" altLang="en-US"/>
              <a:t>マスタ タイトルの書式設定</a:t>
            </a:r>
          </a:p>
        </p:txBody>
      </p:sp>
      <p:sp>
        <p:nvSpPr>
          <p:cNvPr id="3" name="サブタイトル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 サブタイトルの書式設定</a:t>
            </a:r>
          </a:p>
        </p:txBody>
      </p:sp>
      <p:sp>
        <p:nvSpPr>
          <p:cNvPr id="4" name="日付プレースホルダ 3"/>
          <p:cNvSpPr>
            <a:spLocks noGrp="1"/>
          </p:cNvSpPr>
          <p:nvPr>
            <p:ph type="dt" sz="half" idx="10"/>
          </p:nvPr>
        </p:nvSpPr>
        <p:spPr/>
        <p:txBody>
          <a:bodyPr/>
          <a:lstStyle>
            <a:lvl1pPr>
              <a:defRPr/>
            </a:lvl1pPr>
          </a:lstStyle>
          <a:p>
            <a:pPr>
              <a:defRPr/>
            </a:pPr>
            <a:fld id="{4850B9E6-E6DD-4C0B-9AB0-FDA4DC1EB1EC}" type="datetimeFigureOut">
              <a:rPr lang="ja-JP" altLang="en-US"/>
              <a:pPr>
                <a:defRPr/>
              </a:pPr>
              <a:t>2026/5/11</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9FD30711-13C7-42EB-B324-D7378935BD3C}" type="slidenum">
              <a:rPr lang="ja-JP" altLang="en-US"/>
              <a:pPr>
                <a:defRPr/>
              </a:pPr>
              <a:t>‹#›</a:t>
            </a:fld>
            <a:endParaRPr lang="ja-JP" altLang="en-US"/>
          </a:p>
        </p:txBody>
      </p:sp>
    </p:spTree>
    <p:extLst>
      <p:ext uri="{BB962C8B-B14F-4D97-AF65-F5344CB8AC3E}">
        <p14:creationId xmlns:p14="http://schemas.microsoft.com/office/powerpoint/2010/main" val="1120350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lvl1pPr>
              <a:defRPr/>
            </a:lvl1pPr>
          </a:lstStyle>
          <a:p>
            <a:pPr>
              <a:defRPr/>
            </a:pPr>
            <a:fld id="{15213C3D-FE79-4125-92D8-51467FFB8D5C}" type="datetimeFigureOut">
              <a:rPr lang="ja-JP" altLang="en-US"/>
              <a:pPr>
                <a:defRPr/>
              </a:pPr>
              <a:t>2026/5/11</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E7E03E06-CE09-4A26-B308-47BC252E4940}" type="slidenum">
              <a:rPr lang="ja-JP" altLang="en-US"/>
              <a:pPr>
                <a:defRPr/>
              </a:pPr>
              <a:t>‹#›</a:t>
            </a:fld>
            <a:endParaRPr lang="ja-JP" altLang="en-US"/>
          </a:p>
        </p:txBody>
      </p:sp>
    </p:spTree>
    <p:extLst>
      <p:ext uri="{BB962C8B-B14F-4D97-AF65-F5344CB8AC3E}">
        <p14:creationId xmlns:p14="http://schemas.microsoft.com/office/powerpoint/2010/main" val="3508299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541735" y="5875867"/>
            <a:ext cx="5829300" cy="1816100"/>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 テキストの書式設定</a:t>
            </a:r>
          </a:p>
        </p:txBody>
      </p:sp>
      <p:sp>
        <p:nvSpPr>
          <p:cNvPr id="4" name="日付プレースホルダ 3"/>
          <p:cNvSpPr>
            <a:spLocks noGrp="1"/>
          </p:cNvSpPr>
          <p:nvPr>
            <p:ph type="dt" sz="half" idx="10"/>
          </p:nvPr>
        </p:nvSpPr>
        <p:spPr/>
        <p:txBody>
          <a:bodyPr/>
          <a:lstStyle>
            <a:lvl1pPr>
              <a:defRPr/>
            </a:lvl1pPr>
          </a:lstStyle>
          <a:p>
            <a:pPr>
              <a:defRPr/>
            </a:pPr>
            <a:fld id="{0DEC6C09-69FD-496D-AC53-8985940A597E}" type="datetimeFigureOut">
              <a:rPr lang="ja-JP" altLang="en-US"/>
              <a:pPr>
                <a:defRPr/>
              </a:pPr>
              <a:t>2026/5/11</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DCE6E443-87B4-473D-94AE-415AD25D24AA}" type="slidenum">
              <a:rPr lang="ja-JP" altLang="en-US"/>
              <a:pPr>
                <a:defRPr/>
              </a:pPr>
              <a:t>‹#›</a:t>
            </a:fld>
            <a:endParaRPr lang="ja-JP" altLang="en-US"/>
          </a:p>
        </p:txBody>
      </p:sp>
    </p:spTree>
    <p:extLst>
      <p:ext uri="{BB962C8B-B14F-4D97-AF65-F5344CB8AC3E}">
        <p14:creationId xmlns:p14="http://schemas.microsoft.com/office/powerpoint/2010/main" val="3595596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34290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348615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 3"/>
          <p:cNvSpPr>
            <a:spLocks noGrp="1"/>
          </p:cNvSpPr>
          <p:nvPr>
            <p:ph type="dt" sz="half" idx="10"/>
          </p:nvPr>
        </p:nvSpPr>
        <p:spPr/>
        <p:txBody>
          <a:bodyPr/>
          <a:lstStyle>
            <a:lvl1pPr>
              <a:defRPr/>
            </a:lvl1pPr>
          </a:lstStyle>
          <a:p>
            <a:pPr>
              <a:defRPr/>
            </a:pPr>
            <a:fld id="{159EC5D2-CFF1-4A0A-905B-833B78358262}" type="datetimeFigureOut">
              <a:rPr lang="ja-JP" altLang="en-US"/>
              <a:pPr>
                <a:defRPr/>
              </a:pPr>
              <a:t>2026/5/11</a:t>
            </a:fld>
            <a:endParaRPr lang="ja-JP" altLang="en-US"/>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49B4892E-8312-4046-ACA4-3E1053BD5925}" type="slidenum">
              <a:rPr lang="ja-JP" altLang="en-US"/>
              <a:pPr>
                <a:defRPr/>
              </a:pPr>
              <a:t>‹#›</a:t>
            </a:fld>
            <a:endParaRPr lang="ja-JP" altLang="en-US"/>
          </a:p>
        </p:txBody>
      </p:sp>
    </p:spTree>
    <p:extLst>
      <p:ext uri="{BB962C8B-B14F-4D97-AF65-F5344CB8AC3E}">
        <p14:creationId xmlns:p14="http://schemas.microsoft.com/office/powerpoint/2010/main" val="3439488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日付プレースホルダ 3"/>
          <p:cNvSpPr>
            <a:spLocks noGrp="1"/>
          </p:cNvSpPr>
          <p:nvPr>
            <p:ph type="dt" sz="half" idx="10"/>
          </p:nvPr>
        </p:nvSpPr>
        <p:spPr/>
        <p:txBody>
          <a:bodyPr/>
          <a:lstStyle>
            <a:lvl1pPr>
              <a:defRPr/>
            </a:lvl1pPr>
          </a:lstStyle>
          <a:p>
            <a:pPr>
              <a:defRPr/>
            </a:pPr>
            <a:fld id="{DAA88275-6632-4137-9E35-6DB6EFE4A96F}" type="datetimeFigureOut">
              <a:rPr lang="ja-JP" altLang="en-US"/>
              <a:pPr>
                <a:defRPr/>
              </a:pPr>
              <a:t>2026/5/11</a:t>
            </a:fld>
            <a:endParaRPr lang="ja-JP" altLang="en-US"/>
          </a:p>
        </p:txBody>
      </p:sp>
      <p:sp>
        <p:nvSpPr>
          <p:cNvPr id="8"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9" name="スライド番号プレースホルダ 5"/>
          <p:cNvSpPr>
            <a:spLocks noGrp="1"/>
          </p:cNvSpPr>
          <p:nvPr>
            <p:ph type="sldNum" sz="quarter" idx="12"/>
          </p:nvPr>
        </p:nvSpPr>
        <p:spPr/>
        <p:txBody>
          <a:bodyPr/>
          <a:lstStyle>
            <a:lvl1pPr>
              <a:defRPr/>
            </a:lvl1pPr>
          </a:lstStyle>
          <a:p>
            <a:pPr>
              <a:defRPr/>
            </a:pPr>
            <a:fld id="{F11DB227-A575-4EE2-A3BF-89D023F9F986}" type="slidenum">
              <a:rPr lang="ja-JP" altLang="en-US"/>
              <a:pPr>
                <a:defRPr/>
              </a:pPr>
              <a:t>‹#›</a:t>
            </a:fld>
            <a:endParaRPr lang="ja-JP" altLang="en-US"/>
          </a:p>
        </p:txBody>
      </p:sp>
    </p:spTree>
    <p:extLst>
      <p:ext uri="{BB962C8B-B14F-4D97-AF65-F5344CB8AC3E}">
        <p14:creationId xmlns:p14="http://schemas.microsoft.com/office/powerpoint/2010/main" val="2977077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日付プレースホルダ 3"/>
          <p:cNvSpPr>
            <a:spLocks noGrp="1"/>
          </p:cNvSpPr>
          <p:nvPr>
            <p:ph type="dt" sz="half" idx="10"/>
          </p:nvPr>
        </p:nvSpPr>
        <p:spPr/>
        <p:txBody>
          <a:bodyPr/>
          <a:lstStyle>
            <a:lvl1pPr>
              <a:defRPr/>
            </a:lvl1pPr>
          </a:lstStyle>
          <a:p>
            <a:pPr>
              <a:defRPr/>
            </a:pPr>
            <a:fld id="{427FF03E-7BB5-4F49-9E13-AA8943E2ABD1}" type="datetimeFigureOut">
              <a:rPr lang="ja-JP" altLang="en-US"/>
              <a:pPr>
                <a:defRPr/>
              </a:pPr>
              <a:t>2026/5/11</a:t>
            </a:fld>
            <a:endParaRPr lang="ja-JP" altLang="en-US"/>
          </a:p>
        </p:txBody>
      </p:sp>
      <p:sp>
        <p:nvSpPr>
          <p:cNvPr id="4"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5" name="スライド番号プレースホルダ 5"/>
          <p:cNvSpPr>
            <a:spLocks noGrp="1"/>
          </p:cNvSpPr>
          <p:nvPr>
            <p:ph type="sldNum" sz="quarter" idx="12"/>
          </p:nvPr>
        </p:nvSpPr>
        <p:spPr/>
        <p:txBody>
          <a:bodyPr/>
          <a:lstStyle>
            <a:lvl1pPr>
              <a:defRPr/>
            </a:lvl1pPr>
          </a:lstStyle>
          <a:p>
            <a:pPr>
              <a:defRPr/>
            </a:pPr>
            <a:fld id="{55821B68-8720-4B9A-9CD2-DA40397B3071}" type="slidenum">
              <a:rPr lang="ja-JP" altLang="en-US"/>
              <a:pPr>
                <a:defRPr/>
              </a:pPr>
              <a:t>‹#›</a:t>
            </a:fld>
            <a:endParaRPr lang="ja-JP" altLang="en-US"/>
          </a:p>
        </p:txBody>
      </p:sp>
    </p:spTree>
    <p:extLst>
      <p:ext uri="{BB962C8B-B14F-4D97-AF65-F5344CB8AC3E}">
        <p14:creationId xmlns:p14="http://schemas.microsoft.com/office/powerpoint/2010/main" val="2200862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a:lvl1pPr>
          </a:lstStyle>
          <a:p>
            <a:pPr>
              <a:defRPr/>
            </a:pPr>
            <a:fld id="{C7438BF1-0B74-4EE9-8362-54797E495B13}" type="datetimeFigureOut">
              <a:rPr lang="ja-JP" altLang="en-US"/>
              <a:pPr>
                <a:defRPr/>
              </a:pPr>
              <a:t>2026/5/11</a:t>
            </a:fld>
            <a:endParaRPr lang="ja-JP" altLang="en-US"/>
          </a:p>
        </p:txBody>
      </p:sp>
      <p:sp>
        <p:nvSpPr>
          <p:cNvPr id="3"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4" name="スライド番号プレースホルダ 5"/>
          <p:cNvSpPr>
            <a:spLocks noGrp="1"/>
          </p:cNvSpPr>
          <p:nvPr>
            <p:ph type="sldNum" sz="quarter" idx="12"/>
          </p:nvPr>
        </p:nvSpPr>
        <p:spPr/>
        <p:txBody>
          <a:bodyPr/>
          <a:lstStyle>
            <a:lvl1pPr>
              <a:defRPr/>
            </a:lvl1pPr>
          </a:lstStyle>
          <a:p>
            <a:pPr>
              <a:defRPr/>
            </a:pPr>
            <a:fld id="{83F3EAF5-0975-480F-9FD1-E2F374B121C1}" type="slidenum">
              <a:rPr lang="ja-JP" altLang="en-US"/>
              <a:pPr>
                <a:defRPr/>
              </a:pPr>
              <a:t>‹#›</a:t>
            </a:fld>
            <a:endParaRPr lang="ja-JP" altLang="en-US"/>
          </a:p>
        </p:txBody>
      </p:sp>
    </p:spTree>
    <p:extLst>
      <p:ext uri="{BB962C8B-B14F-4D97-AF65-F5344CB8AC3E}">
        <p14:creationId xmlns:p14="http://schemas.microsoft.com/office/powerpoint/2010/main" val="175520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42900" y="364067"/>
            <a:ext cx="2256235" cy="154940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日付プレースホルダ 3"/>
          <p:cNvSpPr>
            <a:spLocks noGrp="1"/>
          </p:cNvSpPr>
          <p:nvPr>
            <p:ph type="dt" sz="half" idx="10"/>
          </p:nvPr>
        </p:nvSpPr>
        <p:spPr/>
        <p:txBody>
          <a:bodyPr/>
          <a:lstStyle>
            <a:lvl1pPr>
              <a:defRPr/>
            </a:lvl1pPr>
          </a:lstStyle>
          <a:p>
            <a:pPr>
              <a:defRPr/>
            </a:pPr>
            <a:fld id="{5E417DDC-F704-496D-A64E-25274B555AC2}" type="datetimeFigureOut">
              <a:rPr lang="ja-JP" altLang="en-US"/>
              <a:pPr>
                <a:defRPr/>
              </a:pPr>
              <a:t>2026/5/11</a:t>
            </a:fld>
            <a:endParaRPr lang="ja-JP" altLang="en-US"/>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06D93A56-82B3-4039-82E5-04DCB51C8985}" type="slidenum">
              <a:rPr lang="ja-JP" altLang="en-US"/>
              <a:pPr>
                <a:defRPr/>
              </a:pPr>
              <a:t>‹#›</a:t>
            </a:fld>
            <a:endParaRPr lang="ja-JP" altLang="en-US"/>
          </a:p>
        </p:txBody>
      </p:sp>
    </p:spTree>
    <p:extLst>
      <p:ext uri="{BB962C8B-B14F-4D97-AF65-F5344CB8AC3E}">
        <p14:creationId xmlns:p14="http://schemas.microsoft.com/office/powerpoint/2010/main" val="1800609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344216" y="6400800"/>
            <a:ext cx="4114800" cy="755651"/>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344216" y="817033"/>
            <a:ext cx="4114800" cy="54864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日付プレースホルダ 3"/>
          <p:cNvSpPr>
            <a:spLocks noGrp="1"/>
          </p:cNvSpPr>
          <p:nvPr>
            <p:ph type="dt" sz="half" idx="10"/>
          </p:nvPr>
        </p:nvSpPr>
        <p:spPr/>
        <p:txBody>
          <a:bodyPr/>
          <a:lstStyle>
            <a:lvl1pPr>
              <a:defRPr/>
            </a:lvl1pPr>
          </a:lstStyle>
          <a:p>
            <a:pPr>
              <a:defRPr/>
            </a:pPr>
            <a:fld id="{C4A1A7A2-D3F0-4883-BE10-A5406D2AFC23}" type="datetimeFigureOut">
              <a:rPr lang="ja-JP" altLang="en-US"/>
              <a:pPr>
                <a:defRPr/>
              </a:pPr>
              <a:t>2026/5/11</a:t>
            </a:fld>
            <a:endParaRPr lang="ja-JP" altLang="en-US"/>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3E0668BC-9E04-499F-97AD-B548F988D73F}" type="slidenum">
              <a:rPr lang="ja-JP" altLang="en-US"/>
              <a:pPr>
                <a:defRPr/>
              </a:pPr>
              <a:t>‹#›</a:t>
            </a:fld>
            <a:endParaRPr lang="ja-JP" altLang="en-US"/>
          </a:p>
        </p:txBody>
      </p:sp>
    </p:spTree>
    <p:extLst>
      <p:ext uri="{BB962C8B-B14F-4D97-AF65-F5344CB8AC3E}">
        <p14:creationId xmlns:p14="http://schemas.microsoft.com/office/powerpoint/2010/main" val="3117653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lvl1pPr>
              <a:defRPr/>
            </a:lvl1pPr>
          </a:lstStyle>
          <a:p>
            <a:pPr>
              <a:defRPr/>
            </a:pPr>
            <a:fld id="{C4F0C57F-CB74-4D1C-8156-C324AC0C54D9}" type="datetimeFigureOut">
              <a:rPr lang="ja-JP" altLang="en-US"/>
              <a:pPr>
                <a:defRPr/>
              </a:pPr>
              <a:t>2026/5/11</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FB014895-B6F3-452B-92F2-783A295F1135}" type="slidenum">
              <a:rPr lang="ja-JP" altLang="en-US"/>
              <a:pPr>
                <a:defRPr/>
              </a:pPr>
              <a:t>‹#›</a:t>
            </a:fld>
            <a:endParaRPr lang="ja-JP" altLang="en-US"/>
          </a:p>
        </p:txBody>
      </p:sp>
    </p:spTree>
    <p:extLst>
      <p:ext uri="{BB962C8B-B14F-4D97-AF65-F5344CB8AC3E}">
        <p14:creationId xmlns:p14="http://schemas.microsoft.com/office/powerpoint/2010/main" val="2906210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4972050" y="366185"/>
            <a:ext cx="1543050" cy="7802033"/>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342900" y="366185"/>
            <a:ext cx="4514850" cy="7802033"/>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lvl1pPr>
              <a:defRPr/>
            </a:lvl1pPr>
          </a:lstStyle>
          <a:p>
            <a:pPr>
              <a:defRPr/>
            </a:pPr>
            <a:fld id="{48D66430-643D-460C-980D-515D2E25F88E}" type="datetimeFigureOut">
              <a:rPr lang="ja-JP" altLang="en-US"/>
              <a:pPr>
                <a:defRPr/>
              </a:pPr>
              <a:t>2026/5/11</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C7D7F3BA-DEB3-40E5-AD1A-1342C292114C}" type="slidenum">
              <a:rPr lang="ja-JP" altLang="en-US"/>
              <a:pPr>
                <a:defRPr/>
              </a:pPr>
              <a:t>‹#›</a:t>
            </a:fld>
            <a:endParaRPr lang="ja-JP" altLang="en-US"/>
          </a:p>
        </p:txBody>
      </p:sp>
    </p:spTree>
    <p:extLst>
      <p:ext uri="{BB962C8B-B14F-4D97-AF65-F5344CB8AC3E}">
        <p14:creationId xmlns:p14="http://schemas.microsoft.com/office/powerpoint/2010/main" val="3851055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タイトル プレースホルダ 1"/>
          <p:cNvSpPr>
            <a:spLocks noGrp="1"/>
          </p:cNvSpPr>
          <p:nvPr>
            <p:ph type="title"/>
          </p:nvPr>
        </p:nvSpPr>
        <p:spPr bwMode="auto">
          <a:xfrm>
            <a:off x="342900" y="366713"/>
            <a:ext cx="61722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テキスト プレースホルダ 2"/>
          <p:cNvSpPr>
            <a:spLocks noGrp="1"/>
          </p:cNvSpPr>
          <p:nvPr>
            <p:ph type="body" idx="1"/>
          </p:nvPr>
        </p:nvSpPr>
        <p:spPr bwMode="auto">
          <a:xfrm>
            <a:off x="342900" y="2133600"/>
            <a:ext cx="6172200" cy="603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2"/>
          </p:nvPr>
        </p:nvSpPr>
        <p:spPr>
          <a:xfrm>
            <a:off x="342900" y="8475663"/>
            <a:ext cx="1600200" cy="48577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EE2AE745-B5C8-433A-AACF-6B9DBA105824}" type="datetimeFigureOut">
              <a:rPr lang="ja-JP" altLang="en-US"/>
              <a:pPr>
                <a:defRPr/>
              </a:pPr>
              <a:t>2026/5/11</a:t>
            </a:fld>
            <a:endParaRPr lang="ja-JP" altLang="en-US"/>
          </a:p>
        </p:txBody>
      </p:sp>
      <p:sp>
        <p:nvSpPr>
          <p:cNvPr id="5" name="フッター プレースホルダ 4"/>
          <p:cNvSpPr>
            <a:spLocks noGrp="1"/>
          </p:cNvSpPr>
          <p:nvPr>
            <p:ph type="ftr" sz="quarter" idx="3"/>
          </p:nvPr>
        </p:nvSpPr>
        <p:spPr>
          <a:xfrm>
            <a:off x="2343150" y="8475663"/>
            <a:ext cx="2171700" cy="48577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ja-JP" altLang="en-US"/>
          </a:p>
        </p:txBody>
      </p:sp>
      <p:sp>
        <p:nvSpPr>
          <p:cNvPr id="6" name="スライド番号プレースホルダ 5"/>
          <p:cNvSpPr>
            <a:spLocks noGrp="1"/>
          </p:cNvSpPr>
          <p:nvPr>
            <p:ph type="sldNum" sz="quarter" idx="4"/>
          </p:nvPr>
        </p:nvSpPr>
        <p:spPr>
          <a:xfrm>
            <a:off x="4914900" y="8475663"/>
            <a:ext cx="1600200" cy="48577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34D8BE99-9277-4FA2-83C9-65888E52B9F9}" type="slidenum">
              <a:rPr lang="ja-JP" altLang="en-US"/>
              <a:pPr>
                <a:defRPr/>
              </a:pPr>
              <a:t>‹#›</a:t>
            </a:fld>
            <a:endParaRPr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kumimoji="1" sz="4400" kern="1200">
          <a:solidFill>
            <a:schemeClr val="tx1"/>
          </a:solidFill>
          <a:latin typeface="+mj-lt"/>
          <a:ea typeface="+mj-ea"/>
          <a:cs typeface="+mj-cs"/>
        </a:defRPr>
      </a:lvl1pPr>
      <a:lvl2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2pPr>
      <a:lvl3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3pPr>
      <a:lvl4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4pPr>
      <a:lvl5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5pPr>
      <a:lvl6pPr marL="457200" algn="ctr" rtl="0" fontAlgn="base">
        <a:spcBef>
          <a:spcPct val="0"/>
        </a:spcBef>
        <a:spcAft>
          <a:spcPct val="0"/>
        </a:spcAft>
        <a:defRPr kumimoji="1" sz="4400">
          <a:solidFill>
            <a:schemeClr val="tx1"/>
          </a:solidFill>
          <a:latin typeface="Calibri" pitchFamily="34" charset="0"/>
          <a:ea typeface="ＭＳ Ｐゴシック" charset="-128"/>
        </a:defRPr>
      </a:lvl6pPr>
      <a:lvl7pPr marL="914400" algn="ctr" rtl="0" fontAlgn="base">
        <a:spcBef>
          <a:spcPct val="0"/>
        </a:spcBef>
        <a:spcAft>
          <a:spcPct val="0"/>
        </a:spcAft>
        <a:defRPr kumimoji="1" sz="4400">
          <a:solidFill>
            <a:schemeClr val="tx1"/>
          </a:solidFill>
          <a:latin typeface="Calibri" pitchFamily="34" charset="0"/>
          <a:ea typeface="ＭＳ Ｐゴシック" charset="-128"/>
        </a:defRPr>
      </a:lvl7pPr>
      <a:lvl8pPr marL="1371600" algn="ctr" rtl="0" fontAlgn="base">
        <a:spcBef>
          <a:spcPct val="0"/>
        </a:spcBef>
        <a:spcAft>
          <a:spcPct val="0"/>
        </a:spcAft>
        <a:defRPr kumimoji="1" sz="4400">
          <a:solidFill>
            <a:schemeClr val="tx1"/>
          </a:solidFill>
          <a:latin typeface="Calibri" pitchFamily="34" charset="0"/>
          <a:ea typeface="ＭＳ Ｐゴシック" charset="-128"/>
        </a:defRPr>
      </a:lvl8pPr>
      <a:lvl9pPr marL="1828800" algn="ctr" rtl="0" fontAlgn="base">
        <a:spcBef>
          <a:spcPct val="0"/>
        </a:spcBef>
        <a:spcAft>
          <a:spcPct val="0"/>
        </a:spcAft>
        <a:defRPr kumimoji="1" sz="4400">
          <a:solidFill>
            <a:schemeClr val="tx1"/>
          </a:solidFill>
          <a:latin typeface="Calibri" pitchFamily="34" charset="0"/>
          <a:ea typeface="ＭＳ Ｐゴシック" charset="-128"/>
        </a:defRPr>
      </a:lvl9pPr>
    </p:titleStyle>
    <p:body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テキスト ボックス 3"/>
          <p:cNvSpPr txBox="1">
            <a:spLocks noChangeArrowheads="1"/>
          </p:cNvSpPr>
          <p:nvPr/>
        </p:nvSpPr>
        <p:spPr bwMode="auto">
          <a:xfrm>
            <a:off x="0" y="147638"/>
            <a:ext cx="6868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algn="ctr" eaLnBrk="1" hangingPunct="1">
              <a:spcBef>
                <a:spcPct val="0"/>
              </a:spcBef>
              <a:buFontTx/>
              <a:buNone/>
            </a:pPr>
            <a:r>
              <a:rPr lang="en-US" altLang="ja-JP" sz="1800" b="1" u="sng">
                <a:latin typeface="Calibri"/>
                <a:ea typeface="ＭＳ Ｐゴシック"/>
                <a:cs typeface="Calibri"/>
              </a:rPr>
              <a:t>U-22 </a:t>
            </a:r>
            <a:r>
              <a:rPr lang="ja-JP" altLang="en-US" sz="1800" b="1" u="sng">
                <a:latin typeface="Calibri"/>
                <a:ea typeface="ＭＳ Ｐゴシック"/>
                <a:cs typeface="Calibri"/>
              </a:rPr>
              <a:t>ワンシート企画書</a:t>
            </a:r>
          </a:p>
        </p:txBody>
      </p:sp>
      <p:graphicFrame>
        <p:nvGraphicFramePr>
          <p:cNvPr id="2082" name="Group 34"/>
          <p:cNvGraphicFramePr>
            <a:graphicFrameLocks noGrp="1"/>
          </p:cNvGraphicFramePr>
          <p:nvPr>
            <p:extLst>
              <p:ext uri="{D42A27DB-BD31-4B8C-83A1-F6EECF244321}">
                <p14:modId xmlns:p14="http://schemas.microsoft.com/office/powerpoint/2010/main" val="487160991"/>
              </p:ext>
            </p:extLst>
          </p:nvPr>
        </p:nvGraphicFramePr>
        <p:xfrm>
          <a:off x="-10526" y="1041782"/>
          <a:ext cx="6868527" cy="2416437"/>
        </p:xfrm>
        <a:graphic>
          <a:graphicData uri="http://schemas.openxmlformats.org/drawingml/2006/table">
            <a:tbl>
              <a:tblPr/>
              <a:tblGrid>
                <a:gridCol w="1717132">
                  <a:extLst>
                    <a:ext uri="{9D8B030D-6E8A-4147-A177-3AD203B41FA5}">
                      <a16:colId xmlns:a16="http://schemas.microsoft.com/office/drawing/2014/main" val="20000"/>
                    </a:ext>
                  </a:extLst>
                </a:gridCol>
                <a:gridCol w="5151395">
                  <a:extLst>
                    <a:ext uri="{9D8B030D-6E8A-4147-A177-3AD203B41FA5}">
                      <a16:colId xmlns:a16="http://schemas.microsoft.com/office/drawing/2014/main" val="20001"/>
                    </a:ext>
                  </a:extLst>
                </a:gridCol>
              </a:tblGrid>
              <a:tr h="3559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mn-lt"/>
                          <a:ea typeface="HGP創英角ｺﾞｼｯｸUB"/>
                        </a:rPr>
                        <a:t>グループ</a:t>
                      </a:r>
                      <a:r>
                        <a:rPr kumimoji="1" lang="en-US" altLang="ja-JP" sz="1200" b="0" i="0" u="none" strike="noStrike" cap="none" normalizeH="0" baseline="0" dirty="0">
                          <a:ln>
                            <a:noFill/>
                          </a:ln>
                          <a:solidFill>
                            <a:schemeClr val="tx1"/>
                          </a:solidFill>
                          <a:effectLst/>
                          <a:latin typeface="+mn-lt"/>
                          <a:ea typeface="HGP創英角ｺﾞｼｯｸUB"/>
                        </a:rPr>
                        <a:t>No/</a:t>
                      </a:r>
                      <a:r>
                        <a:rPr kumimoji="1" lang="ja-JP" altLang="en-US" sz="1200" b="0" i="0" u="none" strike="noStrike" cap="none" normalizeH="0" baseline="0" dirty="0">
                          <a:ln>
                            <a:noFill/>
                          </a:ln>
                          <a:solidFill>
                            <a:schemeClr val="tx1"/>
                          </a:solidFill>
                          <a:effectLst/>
                          <a:latin typeface="+mn-lt"/>
                          <a:ea typeface="HGP創英角ｺﾞｼｯｸUB"/>
                        </a:rPr>
                        <a:t>グループ名</a:t>
                      </a:r>
                    </a:p>
                  </a:txBody>
                  <a:tcPr marT="45677" marB="456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rtl="0" eaLnBrk="1" fontAlgn="base" latinLnBrk="0" hangingPunct="1">
                        <a:lnSpc>
                          <a:spcPct val="100000"/>
                        </a:lnSpc>
                        <a:spcBef>
                          <a:spcPct val="0"/>
                        </a:spcBef>
                        <a:spcAft>
                          <a:spcPct val="0"/>
                        </a:spcAft>
                        <a:buClrTx/>
                        <a:buSzTx/>
                        <a:buFontTx/>
                        <a:buNone/>
                      </a:pPr>
                      <a:r>
                        <a:rPr lang="en-US" altLang="ja-JP" sz="1200" b="0" i="0" u="none" strike="noStrike" cap="none" normalizeH="0" baseline="0" dirty="0">
                          <a:ln>
                            <a:noFill/>
                          </a:ln>
                          <a:solidFill>
                            <a:schemeClr val="tx1"/>
                          </a:solidFill>
                          <a:effectLst/>
                          <a:latin typeface="+mn-lt"/>
                          <a:ea typeface="ＭＳ Ｐゴシック"/>
                        </a:rPr>
                        <a:t>04</a:t>
                      </a:r>
                      <a:r>
                        <a:rPr kumimoji="1" lang="en-US" altLang="ja-JP" sz="1200" b="0" i="0" u="none" strike="noStrike" cap="none" normalizeH="0" baseline="0" dirty="0">
                          <a:ln>
                            <a:noFill/>
                          </a:ln>
                          <a:solidFill>
                            <a:schemeClr val="tx1"/>
                          </a:solidFill>
                          <a:effectLst/>
                          <a:latin typeface="+mn-lt"/>
                          <a:ea typeface="ＭＳ Ｐゴシック"/>
                        </a:rPr>
                        <a:t> / </a:t>
                      </a:r>
                      <a:r>
                        <a:rPr lang="en-US" altLang="ja-JP" sz="1200" b="0" i="0" u="none" strike="noStrike" cap="none" normalizeH="0" baseline="0" dirty="0">
                          <a:ln>
                            <a:noFill/>
                          </a:ln>
                          <a:solidFill>
                            <a:schemeClr val="tx1"/>
                          </a:solidFill>
                          <a:effectLst/>
                          <a:latin typeface="+mn-lt"/>
                          <a:ea typeface="ＭＳ Ｐゴシック"/>
                        </a:rPr>
                        <a:t>Yann maya!</a:t>
                      </a:r>
                      <a:endParaRPr kumimoji="1" lang="en-US" altLang="ja-JP" sz="1200" b="0" i="0" u="none" strike="noStrike" cap="none" normalizeH="0" baseline="0" dirty="0">
                        <a:ln>
                          <a:noFill/>
                        </a:ln>
                        <a:solidFill>
                          <a:schemeClr val="tx1"/>
                        </a:solidFill>
                        <a:effectLst/>
                        <a:latin typeface="+mn-lt"/>
                        <a:ea typeface="ＭＳ Ｐゴシック"/>
                      </a:endParaRPr>
                    </a:p>
                  </a:txBody>
                  <a:tcPr marT="45677" marB="456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372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mn-lt"/>
                          <a:ea typeface="HGP創英角ｺﾞｼｯｸUB"/>
                        </a:rPr>
                        <a:t>作品タイトル</a:t>
                      </a:r>
                      <a:endParaRPr kumimoji="1" lang="en-US" altLang="ja-JP" sz="1200" b="0" i="0" u="none" strike="noStrike" cap="none" normalizeH="0" baseline="0" dirty="0">
                        <a:ln>
                          <a:noFill/>
                        </a:ln>
                        <a:solidFill>
                          <a:schemeClr val="tx1"/>
                        </a:solidFill>
                        <a:effectLst/>
                        <a:latin typeface="+mn-lt"/>
                        <a:ea typeface="HGP創英角ｺﾞｼｯｸUB"/>
                      </a:endParaRPr>
                    </a:p>
                  </a:txBody>
                  <a:tcPr marT="45677" marB="456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cap="none" normalizeH="0" baseline="0" dirty="0">
                          <a:ln>
                            <a:noFill/>
                          </a:ln>
                          <a:solidFill>
                            <a:schemeClr val="tx1"/>
                          </a:solidFill>
                          <a:effectLst/>
                          <a:latin typeface="+mn-lt"/>
                          <a:ea typeface="+mn-ea"/>
                        </a:rPr>
                        <a:t>スキマ景色</a:t>
                      </a:r>
                    </a:p>
                  </a:txBody>
                  <a:tcPr marT="45677" marB="456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7526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mn-lt"/>
                          <a:ea typeface="HGP創英角ｺﾞｼｯｸUB"/>
                        </a:rPr>
                        <a:t>アピール点</a:t>
                      </a:r>
                      <a:endParaRPr kumimoji="1" lang="en-US" altLang="ja-JP" sz="1200" b="0" i="0" u="none" strike="noStrike" cap="none" normalizeH="0" baseline="0" dirty="0">
                        <a:ln>
                          <a:noFill/>
                        </a:ln>
                        <a:solidFill>
                          <a:schemeClr val="tx1"/>
                        </a:solidFill>
                        <a:effectLst/>
                        <a:latin typeface="+mn-lt"/>
                        <a:ea typeface="HGP創英角ｺﾞｼｯｸUB"/>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mn-lt"/>
                          <a:ea typeface="HGP創英角ｺﾞｼｯｸUB"/>
                        </a:rPr>
                        <a:t>工夫・こだわりなど</a:t>
                      </a:r>
                    </a:p>
                  </a:txBody>
                  <a:tcPr marT="45677" marB="456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rtl="0" eaLnBrk="1" fontAlgn="base" latinLnBrk="0" hangingPunct="1">
                        <a:lnSpc>
                          <a:spcPct val="100000"/>
                        </a:lnSpc>
                        <a:spcBef>
                          <a:spcPct val="0"/>
                        </a:spcBef>
                        <a:spcAft>
                          <a:spcPct val="0"/>
                        </a:spcAft>
                        <a:buClrTx/>
                        <a:buSzTx/>
                        <a:buFontTx/>
                        <a:buNone/>
                      </a:pPr>
                      <a:r>
                        <a:rPr lang="ja-JP" altLang="en-US" sz="1200" b="1" kern="1200" dirty="0">
                          <a:solidFill>
                            <a:schemeClr val="tx1"/>
                          </a:solidFill>
                          <a:latin typeface="+mn-lt"/>
                          <a:ea typeface="+mn-ea"/>
                          <a:cs typeface="+mn-cs"/>
                        </a:rPr>
                        <a:t>デザイン・UI　</a:t>
                      </a:r>
                      <a:endParaRPr kumimoji="1" lang="ja-JP" altLang="en-US" sz="1200" b="1" kern="1200" dirty="0">
                        <a:solidFill>
                          <a:schemeClr val="tx1"/>
                        </a:solidFill>
                        <a:latin typeface="+mn-lt"/>
                        <a:ea typeface="+mn-ea"/>
                        <a:cs typeface="+mn-cs"/>
                      </a:endParaRPr>
                    </a:p>
                  </a:txBody>
                  <a:tcPr marT="45677" marB="456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794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dirty="0">
                          <a:ln>
                            <a:noFill/>
                          </a:ln>
                          <a:solidFill>
                            <a:schemeClr val="tx1"/>
                          </a:solidFill>
                          <a:effectLst/>
                          <a:latin typeface="+mn-lt"/>
                          <a:ea typeface="HGP創英角ｺﾞｼｯｸUB"/>
                        </a:rPr>
                        <a:t>作品概要</a:t>
                      </a:r>
                    </a:p>
                  </a:txBody>
                  <a:tcPr marT="45677" marB="456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ja-JP" altLang="en-US" sz="1200" kern="1200" dirty="0">
                          <a:solidFill>
                            <a:schemeClr val="tx1"/>
                          </a:solidFill>
                          <a:latin typeface="+mn-lt"/>
                          <a:ea typeface="+mn-ea"/>
                          <a:cs typeface="+mn-cs"/>
                        </a:rPr>
                        <a:t>どこのサイトにも書いていないような”スキマ”の景色を共有するシステム</a:t>
                      </a:r>
                      <a:endParaRPr kumimoji="1" lang="ja-JP" altLang="en-US" sz="1200" kern="1200" dirty="0">
                        <a:solidFill>
                          <a:schemeClr val="tx1"/>
                        </a:solidFill>
                        <a:latin typeface="+mn-lt"/>
                        <a:ea typeface="+mn-ea"/>
                        <a:cs typeface="+mn-cs"/>
                      </a:endParaRPr>
                    </a:p>
                  </a:txBody>
                  <a:tcPr marT="45677" marB="456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84091132"/>
                  </a:ext>
                </a:extLst>
              </a:tr>
            </a:tbl>
          </a:graphicData>
        </a:graphic>
      </p:graphicFrame>
      <p:sp>
        <p:nvSpPr>
          <p:cNvPr id="6" name="正方形/長方形 5"/>
          <p:cNvSpPr/>
          <p:nvPr/>
        </p:nvSpPr>
        <p:spPr>
          <a:xfrm>
            <a:off x="-10526" y="3458219"/>
            <a:ext cx="6868526" cy="6972957"/>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t"/>
          <a:lstStyle/>
          <a:p>
            <a:pPr eaLnBrk="1" fontAlgn="auto" hangingPunct="1">
              <a:spcBef>
                <a:spcPts val="0"/>
              </a:spcBef>
              <a:spcAft>
                <a:spcPts val="0"/>
              </a:spcAft>
              <a:defRPr/>
            </a:pPr>
            <a:r>
              <a:rPr lang="ja-JP" altLang="en-US" sz="1600" b="1">
                <a:solidFill>
                  <a:schemeClr val="tx1"/>
                </a:solidFill>
                <a:latin typeface="ＭＳ Ｐゴシック"/>
                <a:ea typeface="ＭＳ Ｐゴシック"/>
              </a:rPr>
              <a:t>企画内容</a:t>
            </a:r>
            <a:br>
              <a:rPr lang="ja-JP" altLang="en-US" sz="1600" b="1" dirty="0">
                <a:solidFill>
                  <a:schemeClr val="tx1"/>
                </a:solidFill>
                <a:latin typeface="ＭＳ Ｐゴシック"/>
                <a:ea typeface="ＭＳ Ｐゴシック"/>
              </a:rPr>
            </a:br>
            <a:br>
              <a:rPr lang="ja-JP" altLang="en-US" sz="1600" b="1" dirty="0">
                <a:solidFill>
                  <a:schemeClr val="tx1"/>
                </a:solidFill>
                <a:latin typeface="ＭＳ Ｐゴシック"/>
                <a:ea typeface="ＭＳ Ｐゴシック"/>
              </a:rPr>
            </a:br>
            <a:br>
              <a:rPr lang="ja-JP" altLang="en-US" sz="1600" b="1" dirty="0">
                <a:latin typeface="ＭＳ Ｐゴシック"/>
                <a:ea typeface="ＭＳ Ｐゴシック"/>
              </a:rPr>
            </a:br>
            <a:endParaRPr lang="en-US" altLang="ja-JP" sz="1100">
              <a:solidFill>
                <a:schemeClr val="tx1"/>
              </a:solidFill>
              <a:latin typeface="ＭＳ Ｐゴシック"/>
              <a:ea typeface="ＭＳ Ｐゴシック"/>
            </a:endParaRPr>
          </a:p>
        </p:txBody>
      </p:sp>
      <p:sp>
        <p:nvSpPr>
          <p:cNvPr id="3090" name="Rectangle 71"/>
          <p:cNvSpPr>
            <a:spLocks noChangeArrowheads="1"/>
          </p:cNvSpPr>
          <p:nvPr/>
        </p:nvSpPr>
        <p:spPr bwMode="auto">
          <a:xfrm>
            <a:off x="0" y="643319"/>
            <a:ext cx="68580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spcBef>
                <a:spcPct val="0"/>
              </a:spcBef>
              <a:buNone/>
            </a:pPr>
            <a:r>
              <a:rPr lang="ja-JP" altLang="en-US" sz="1200">
                <a:latin typeface="Arial"/>
                <a:ea typeface="ＭＳ Ｐゴシック"/>
                <a:cs typeface="Arial"/>
              </a:rPr>
              <a:t>クラス記号（IA13A083）　リーダー氏名（　林 紘季　　　　　　　　　　　　　　　　　　　　　　　　）</a:t>
            </a:r>
          </a:p>
        </p:txBody>
      </p:sp>
      <p:sp>
        <p:nvSpPr>
          <p:cNvPr id="3091" name="AutoShape 31" descr="data:image/jpeg;base64,/9j/4AAQSkZJRgABAQAAAQABAAD/2wCEAAkGBhMSERUUExQWFRUUGBgYGRgXGBofHRscHxoaGBwYGBoeHiYfGxkkGhkYIC8gIycqLCwsFyAxNTAqNSYrLCkBCQoKDgwOGg8PGiwkHSQqLywvMTQqLCwsLywsLCwsLDQsKSwsLCwsLCwpLCwpLCwpLCwsKSwsLCwsLCwsLCwsLP/AABEIAMIBAwMBIgACEQEDEQH/xAAcAAACAgMBAQAAAAAAAAAAAAAFBgMEAAIHAQj/xABKEAACAQIEAwUDCAYIBQMFAAABAhEDIQAEEjEFQVEGEyJhcTKBkQcjQlKhscHRFBUzYnKSQ1OCk7LS4fAWY6LC8SQ0o0R0g9PU/8QAGgEAAwEBAQEAAAAAAAAAAAAAAgMEAQUABv/EADYRAAICAQMBBQYFAwQDAAAAAAECABEDBBIhMRMiQVFhcYGRodHwBRQyQsFSseEjM2KiFTSS/9oADAMBAAIRAxEAPwBwr8KpoFLD2iFHrBP3A++MQfrCjOkU1gTYXIjcmP8Axgp2q4a+ayumgwSqhD02DWJggqSNpUsJ5Eg45ceB5/Xp0V9dx7DcxB8e1wSJmL74jzs4YV0nR0qY2U7us6LleGU6klRsYPwB+4jArjHBi2aZQ7ooUGFaLlmuY3sB8MNHY3gpy2VC1jqqtLOdxJERPkoVZ/dnnijxpyM40Akd1T5eb46OlskbutTk6zaAdp4uB6HZid6lX+8bFX9StBvVBABEu/Ujb0FsN/CuHUXTVVqOrlmt3zLAkhQFBAAiMUuJ5QK7CnUq6RYRXYkzTJDLNv2kKRPnYYecvP6ZMMRIvdBOU7M6kBL1JvtUaLEj8MXcr2YVTJao3kzkjptg5Q4ZlpbVWf2vD/6httK/v/W1YkpCmtQJTYusrctqO+2omTgd+6xULZtI70pJlMv3SsVLMVBIXqR6fYMbUcjl/wCkUqPrA299reu2KVPhbMiuhIYqNmKhrcyLgxzH241pBmJRgQ0XWpUqtbrGoBh8cfOtqHVtxND2TurgQiGP1RlSCUhiByKn42xT4TwikSyuuyowj97VMnnsMUMlwNEql6erVfVB8IF7ee5hbxOCzIe9Om3zVH7mw9NSWxlwIt8CBwqniTVeDZVQZsQJuRiHh/C8tUSY5xYjoD+OFntnRNClWzClQwRCdQnVBKqu4tLG889uRi7Hs/6VmaYICqEc6RF2LC8k7BYwB1Lg0R16cx66NWxlw3SMb8IpCuBp8JIX7GPxsL4JfqDLdD8R+WKuYQ6V696v+F8a5nLuykays88NyZ2WuOokyYQ18+MAZTi+XOcOXqU9KMdKvNw14VwRcMIhhaTFxDE9xLglEaQg3JmY5KThHzwVOJhGPhC5UBupL1tjz8TL8cdBooda6r+3/gOBxZmL7T9+MdnwoEDqK4/txI8twnLmkjspkorGOpAJgR9mKXEKWXo0nrNSfu6ZuRPs2v7OoG4kRa+N8uxWgrM2lVpqSSYAAUGT5YSO0nBActXIptrUAgBTYl1k6RYHcTGze/BLmZr46T2PToXVWPUiP2T4fla1BaqAlXXUvmDtYicV+HcOo6SKguIgDcyAT9+K3ZKg65LLgyIpJIIgi2xHLFvO8OFR2EkaRTgjcTTWfd5Yzt27MkdbgNgUZNt8czKeToEyabafXxDzgi4/3fFunwvJsYBBPTUJ+ETOA5V0Ol9YnZjWq6T7gRpPlOIs1wKm7BmHj3ApyJ87knn7RPPzxMNUycMbPsjRp8bdTQ+M849wZZAQsoNYLKmDGgmJHuxV/wCFv+ZV/vGwa4k2ilTLbjMqD/dHFXiAVstmagrOtYKxpKtRhsgI0ooaSTP0WvyO2PoMLVjBqcTMt5Nt1BT9nYdV7yp4o/pGnntfyxBw7gbVCdTVAAFP7RuYkiecYK5imTQrFatZXVGZZqPIYavAgUEuY0EHQ4nUI2URulQkMHzCqWpjRLsyjVFVidIUxTOpQJuD7dkDO1H9MX2J/qm1LssJHjqfznF79RL9XzxdyKaadL2mZkRnklocgahcmL8ptgvQCEX5qvLyM4VlNgGo3EKJF3Emm9PSSqz0OkGR1k7WvbrfHtBabuEZQCwMQImD0Fut97c5ESJ2aZW0KfZECYnTy5f7vifhvBCtZWJnQZNzA3mfMgkXv4vXHBxNn7UXfr5T6LKun7E1Xp5zKnA1nbGYO188uo+x8ceY7HE4lT5moMUMoSp6qSPuxfpdo82ns5rMjyFepHw1RgStbG3ejE9TtEqeojt2T7d51s5lqdTM1Hp1KqU2B0mdR0i8TuRzx2lKRd2Us3hjkp3LDmp6Y+cOzdYDO5Q9Mzlz/wDMmPpbJ/8AuKo8l6/WfpjGYgrz1P8AE5mrIDqAOv8AmQ5jKhBvJPIqn4KMeZbLlyQdAIv7B/BxijU4kDAIPhsTMzEnn+eDORyxHibmIA38/jthS52bIQp4EDapHSV8xkgglikfwv0J+ueQPwxXFVEYQUnUQDLASsE3uIHMzAIIwTzbgaZQsCxBhZjwteBPTTe3ixVWqZvSXUGIEC+5htUQJhTvz5mAbO0bzi9i+UrLmRTQgFdNMCYYmBBYXFMyAATbaMZmFWpZwJU2hyGm+x7sG8G+xg+eCrUUJkhSep0zaPLyHwGMbLKZ8Kkm+w3tfbewv5DphVL5RlnziLQ+UvLaQBRzCiNgKP8AmxOnyi5TVq7vMLKqu1PZZj6Z6nHEqHEKqgDVta4HK3ScTjjtQbhT7j+eN46VOh+XX7M7UO0mSzRKd1XqFhdQgMjbxAWIvF+uCmSaihJp5ashb2iKaAmNpO5/1xzT5KuLGrxAU9IE0qlwemk7Y61wtdSMejt19wthZI3AVJMrDG4TnnnrNdasP2VWdQafm5kCOsRc/HG1WiHiVrAjYqVBHvUgxt8MTZnPpTG0+U/nzxPlK4qIHX2WuJBuOu/WcM9oiunSCVo0ZU93UZi5pgsFY6hqJEtJ+ib7Wxf03BNOoYnnT5iOs7HHlfL6agZKQYwxnaGgdTAJEiQJ25ScY+YqxamJjmRAtMefqOo3vG8eAmEk9TNFy8IE7uoVA0wTS2iIN72wMzHCctRXvGy7BUg/0RAvAhdUCJ5DBb9IqEiEAF7sQOl4EwIkbzPlcjO0mZf9DralgaCSehDrFvMSfKw3mBr0ENCbAsys/a/L9Kv/AMX540q9scsrMdNQE6ZHg5CBzJ2xz7v5+lGK2ezEsTq3/LAgmqInQODCD1M6JV7Z0GBBR2B3B0X+Ixd4ZnV7oVETSrGPE8tOrTfwHnHM745L+sCNiMdG7J1tfDUY7is0+5ww+yDgHBUFqEm1hx4sRbHdxkqZMuAGRTD6/ab2o0z7I5HEg4Yeij3N/mGLOZfRcST0i3qZ2GIKPFgz6QF5TBBidsOGUrxciKqTI8xw+oqyoUkRbS20iY+c3iY84x7lsmzai/hE+EBVB0wLkMWvq1e6MEz/AL9nApqdPwHvH8ZLASIJIeTEb+Ob2GhY2ue8+c3aPKWP1eB9M+8U/wAExq/DJ/pKnucD7lxFl8gndCmrtCgCSxBBsRKxAOxiPvxKeGLMyZLapB8y0WGxJJPqRtgST5whx0nO/lCpPRzCIlatoamGhqrm+pgYv0Awqs5IgkkdCSR8MdC7acEpmpTLF2hD9KN3Zj7Mczhf/VGXH9Grfxy3+InEr6dnN7uJ28Gux48aqV590We7XoPhjMNa0KQEClSAHSmv5YzCvyH/AC+Ub/5Uf0/P/E5JW4tk2HhylVP4c1P+KicRfp+U/qczP/3VL/8AlxY4fTDOoZEIn6o+218Mxo5bnQpfygYvDek5jYqNBpR7CZCjms5TWlTzAemVrXr0isI6mT8ypNyLC+O7cN7RZSrm6qU8wrVAANGlxsSSVYgK4BMErMc8cx+TtqI4gvdU1QmnUWRaRGuI9VGLnZbIA8VpAk/+n7xgVMgssUtPkIdj/ZjCyysV48YjJhuyx6ciU83xTMnMZijTkkvU0AC8HVB9Nr47UAI/8YWanHMpQpHvDUUIDrISpEqJYWBB928GNsQn5VMhBIaqYBNqR5CbTzwQCVaeMjwad8ZYkkxmzlAusK2k9QQOo5XMTMSJgXjEdLJMC0VWAIAAkHYu03Xfxx6It8Cc321VDbLZmoJA1IKMXAI3qCRfcfVPTA2n8q1AsynL10KhT4zTHtTaA5hhBkGCDjR06j4yns28ob4xwWvWUCnmGpQ5PhLgx4jEgyfEQTyhdIA3wfRb/wDn8cJLfKlR5Un97x+eIm+VVeVD41D/AJce3LPdm/lON57gKCtVX9NyqkO4gjNAg6jIP/p4t5E48Xs4p/8Ar8l72zA++hi7n+z3e1alQZgL3lR3ju5jUxaJ13iYnAipwlhPz6iDElY/HC91zqpRHj8o6fJlwTuuKZdxm8rU/agpTeoWYGk9gGpKLEA7jbHYeC7P/H5/VXpjjXyWcJUV3zTVTUbKmn3aoyhSagqUz3kqT0iCNzvjq3DuOqXZFRQbsfa3B0kQ3oYiR4TtGM/cs5uqQtlDDw63OafKdxyvSzlenTq1FAAZVWfpU1Nud2Jx2TJ5cJSRALIiqLdAB18sLPGsjRfMrUqUgXS2oz9EkrKyAdybg74ZqDyqkiCQCdvxw9lCgVFbieJBxD6PiCQQZJsbiFjUBcwLzvAF7VKbDuyor3hgDKzcnSSTLTeLH6NsXc0ZZBp1Xn2gIjnGxPSeflJFU7D5oy0sfGwM3062A3AEi50x4dlnBBkPCa65cJl6uZ7yq5YrqaWaZaBImwBgcgMWO01ItkswAJJpPAMXMedsaUMmjVFc5chqYlG1mRIBmCQNRLVAZ8Xhk74uVqwqUqylD7DghgSCPEu5sZiY6ETvjGSxCRtrAzjxkCBSptJgMKYv1i0e+MDM1SW5JUdBpv6G1r46MuVpqIFKmAdwFX8sVKnDsud8vSPqi/liNdJlH7v7zuHX4v6P7Tlddr2GOm/JizVeG1lUaiuaYQL/ANHSP3nEeY4Nkm9rK0/7JqL9qOuGfLZhUFNQnza0qegF7AaVULLkzyF5J1CeuKWxlUO4zm6vImddiirjBnlPdVBF9DdPqnzxz7s/n2GZMGwRjbyIIU78tR/snDpwk6htYg9NtU8+UN8Mb5fgmXpzopIuqJsLxcb9DhOfCclEGpCV7wPlLWUzGtFbaR5fliitNwSFp0wNVvCRfx3J6BdImIJYgWwSUACBAA5TH4YG5dEyxd62ZEVHAXvKmkA3IUS0SST6wOmKFBA5h9TxLORJuNGhYDLAI3LWP70AEiLaufK5p9f+rFatxWgglqqKDG7ddueNavHsuoJaqsATME7emGBCfCYTUXu3jqr0dTKsq+5AmCvX1wrioh+mv8ww39o83QzApFQtSAxkpsDpIjUOcfZgG2Spf1NP+Rfyw9cDEQhmUCiIPFMfWX4jHuJKuUpyfm0/kX8sZgvyz+Ym9snkZyBM0Nx/v3f64mqZ+B1m2nr6dMVqdKLmwGPKS6jq+HpiFbPWXN6SbLZuqrB1qPTYbGmzKwtHtKQdiRhr7JduWytSq2YatWDomnU7vDBjMqzXBDCfTrhWp0pOPVqySCPCDE/fhlCosidCr/KNlqiVldWIZXSnppsvhKwNUbMSSOfLbHPHqsaZHMqR74xlcbIOdyfL/XG608YqBekLdZudHzXyp5cgRTZAW0tqpknSYJ0tfxA7SBz2scLHaftCmZzK1aCstM00UlwQZVqhsDy8WAgyUwYGNu65dDgQiqbAmGjxCSVDi/QqjAdK0DqdhizSzI529fzx4iDLZz5BIKgweVvSx8sCeIUAxmLGSBG0mfjf7MV8xx5NR8LWkcrwYnfEZ7RJ9ViP7P54AgR6bl5qM3yf8Rp5f9JDOlMuKLIXJALU3LabAnY9MOLdq6Id6hqKStNhTXxtqJQgAwsKJIuWOOS5fiKVXiCoF7xfBU51PrDGbeOYGTvMTHyr8qdcmRRoCNpDH/uGK1X5WM4GA05cT/y3/wD2YTP01PrD44rZ3NpYTdiFEEbnzJAA8yYxjbmFCCFQeE6hwjt9m6xqy1NQlCo4Ip7MNIBIm4vthnyXabvE1rUlYEEBD5XgbmCOUHHMuynDaqd+W0w+WqIIYGCxSC0Ewtt/MYMcHzdPL01p1GTWgM6ZI3YxNo9oXicUJjehuERkVT0jHxjtJWp0mfvGUBt4EhdYHIb6emBlHjuZWmUqV2c6iC02IKg9BaDzGK3aDP062UZAdIqqyK5Fpm+17YAZd1p0BTWpLBmbVDRckgQZMCYiTYe7BMhDWPKIKntAQOKMZBxIMLMDjRmY+Q6nCrw4ureMrFzKzJ8rgQPLBwcWQqwaIIAFj75sY6SMDi3kd+OTdXeEs1CrIzI6tpYI2lgdLSAVaNmEixwTy3GSKeVlVJYvTvq2UkW8YgwN4Pwwo8NzPd03FSohZ3RvCCFENJhYsTcneSbk3ODK1Qy5doYik1VraYYOxjSILHcfV9TsaAm4QTcCdp+KZiv3TJCtRJCqwABWpuT42O9JYJi026a8HzGbbOA13QADTpRV6qIJI2g8r2F8Q57I6G/9w7lihI+bEGXsB4vD02585xJlcsf0oDvKntCT4Zi37vWMMHAk56ztMiNr/hhC+VPiTKuXpqnhLFy1mKso8MKSoaxqcxsDygta5YX1VKpifpnCj2/zOWpVKaVXEOlQqartKsBpBWGiYc2IINrWwnUEhDKNFt7ZS3Sadq81U/Q1NNtD1Ep3AB3AaLg228/TCVXp5ysKKVqqlCQJAGqNUGLQDGG/tVTJydC7CFoyR/BF/KSPfGFruINAF3E/vfvLt03w1TxF5hTkSuOytAkrNclULx3g9lRJIBrenxG042q9icveVrHSNRh5tEz+1/3IxbzvDqBRGkGoqkks+qZEDSFICG5kDe3niw1NhTJOYYlje7mBYABFZZCgxJJsb7YWWINcTNtjcvSLtTsvlASDTYR1al+NbGY94nkFFVgteqRaDFQ8gbnU0n3nGYHtPZGdlFuqhiXNh9Ebe/rizlzqUHFTiJYKJAieR8sXOHoe7E85OJ+bnTpQnrNqpIUkWx7k6YKiPt+2cS1aUqQOYONeC5Go1MmPA2oTP9k+c9BHI4wtUzaChI6zYUlmVKtPMTePJgGHvAx7XOhdUTt9+LeW7L1AC4hmW06lUFSRMKzBmIheQux3xa4r2WYqBSqayQDpKuvTbUApueXQ74A5lrrAwqxouIFp1RUYs1gABcmAegjmb+4Hpi3Togbdb48p9maukqxCnVztsCI3iWkRJHs4mr5B6CqYTS+piS4sxMsDGwnaRtjVyXwZjKe0IUd2amhPXHj0YHXFccWP/Kjycn8MS8Xr1KIpMy02WsutdFQEgTEOCPCfLB3AIo1AtPiDy0NEMdgLCbDbGVOKVfrz6hT+GIzSpMSfnBJJgFPXGx4dRP8ASOPVQfuOBMeD3a2/KS8V4pUFRgulQIgBVPKZuDglwuvmO5Dq9USpbwJSCkjvtvDP9Go/teYxBU4KuZq/N1PEYt3bn7YjEwpVaQ7sZqmum2llCxudis/SPxxpeIOO6uS0+0OZTMtTNV2VWYQ2kEgAxJA32NsTcY7VZhUD06jJqO0Keu0g2tbA6v3gDO1ShU1W1IELSRG4UHacPvYrsBSzlJP0m6tGjSWBXwk+KCJMhvsx5SSajXVQgf3QJ2P7SZioc3rqswXJV6iyFsymnBsNxOD/AGdyLZmhRqO0vUXUTEkxK3Agcvsw4cO+RvKUO87tmHfUnovMmUeNQEtY2F8W/wDgunlKNNUJZKZVQCJ8OrV5k3w4A1UlbIpPEDV+DTRppq9nWZjqx5TgJxThGgAkgyYsPI/lhpqLCgLadUepY4B8W1ssPbSw2EbiRfU0nfkN8GRxMDiwILfI2B5emIxw4kWDH3YY8pSAQW/3ONnOMCxlxM4lkWpU2dxCi5JwSyufYLw+lpPzxr6jewpm0+sWxJ2rVmoFVAJJmCCQQqtUYQLklUIA6kYqZaGfhTk3FLNsAQSbzNwAJHOwnkBgh3WqLYXFn/jjOm4RhtbTU85uD1j4H3Wsh2wzRqDvJ0cwNYJ9CTbArsr2SfOuEosmkDxOVrhVMWE2EmRaZiTsMaZzhFbLVu6rmmjqQSDUqC28iTBBGx2wJzeYgDCCauPtTtxlFJBo5r+9H+bADtTn8vnChprXQKrAh2RpkqRvqiI3EG+A2YdWYkOhkk+2nX1xZo5dtEgAiC1mT2Q2gt7Wwa3rhb5NwqdfDptOpBvn2xj4j2610lWiro6hRLRFhH0XnfA5e0+aI9tQesP93eYFZbJVGmEJ25rzYKOf1mUe/EvdMN1a3kcJbO4HEedJpWNn+8ZanaCoQIkb7s5Hlswm3XfAmobmS1/3j+f+4xoM0o3n4HDD2XFCvTrJVRYp6X1xD6Tq1DVEgDSNupwhdRnLUDXumZdLpETdV+//ADFp8sCZk/E/njMEsvxE1FDJlqTKZgiix2MRIMGCI92Mxn5zU+f/AF/xM/J6X+n/ALGc+prME1GI9L+lzbli8nEEAgBoHp+eJKNNGIUBnYmFC3JJgAAAXJMev3Ng+TPNBkBRAagkBqo8J8PhchD4pP0ZFjcc7yFXqanJOQxXyWcFRwqq5nchZj1g/wCzizXoVct85QhkcHVrSQp2i9jckC1rg4J5ekuWrGlmaLAqb6akOpi15h1gyAbXkeZbjWZydMAU0dmqqHPeNKQ030i5uDGwO9xjzJdCauUjpE/gmeZGZKoBSqpWwAKturSIMTKm4s7G8QSXaLNMBSC01pB6VOoe6JHjI8WraX5GIF+eI04etY92hTUwi0yBtNhsBFzYYJ9o2JQuTZZ1GBYt7wdMiJAjfphTKq5FEcBkfGzC+Ir5nNVjSFMsxRTqE7zF/FEm0c+WLtDM16mXWaZcUtYZxBXR4SAxBgFTrmeTDpgz2XpZavXCkoQkOFPg7zSV+b1sYEgkkcwpjqOj0M/l6S6zTVe7WV0uXjyAXwgRYIOZ2AwnUZ8eFp5NzJtIM4ghSoyp82hdlXUCBEsBP+zhw7S8BqDKU6ialKPp0qDpFMqIZTBVmaoJIBtLWE4DcL4PTDCKbUST+0radCDmNIbUAfZH8Q6SelcTGrh1NKZVmPdgDXp2uZMMR8OYxcqgjmSZGZXAUmc77N9kM7mQT3yIqmCXnUdiCEVdrxcjb34l7R9lM1k0VnqLVFRtKmmTIsWllIBFhuJ+3B3IdlMyU1LmKK1CzEqtU2kQPFAOkC+nmVEmBi3xLsXm6i6u8y4ZW1DXWInci4TSTBNjG5MiYxJsydrdjZ7P5ju2ev1G/bFbszkqjKRcv9MFWlVutgQAZBJkGASAbxiPtzk7UdWnv7yoJLaDJBYchMRJkySLA4PZCuaGZXv62Wp6CdWitrgEEFfA4IkEibkTtzAHiXBaFavUqtnKZNRixJubmYjVMDYT02G2GMqg2DH4xkfusD/eWuCdk6Pd0hXU+On3jMXYEMQSoUTBgECwIPPBz5Nu0opIMvUaaqVWA3vpYtI5R7QjCxlyKThVqs6qNKuovyuo1yNImIv9kX8tl8hSqI/6TV1021AdywkwRfcmxI9+CDqD1ED8vlPAUkD0M+gadCZ1NrU3AIFhv7/9MVM/lndKqtp0lfDEz1vjnVPtbmIEGRAIio62IkdeWIj8oLEECqgbaCarmdoiUn3YYzqvUyZNM7nui6htidKerT7mvgVxSoCh33U38oX8RgLxPjFCoRP6QGUsZQ0wCWMkFTNgZtv1JxQObTkuZb17s/8AbjxyYz4xx0uTyjZSqeAYierfC0OKRYJXHQsFgettseNxFGMVEzSEWJUUoPKRK7YMOnnMOHIPCTdrs+9Okj0zDrUUg38wdiDsTzx7l82ujh5ZTq/RKzSPZUkNqXfc2geWNP0XIusGtmlncFaZ+5DiVshkSEX9Iqju1j9iTPMMYgSMCXxk2TCGnzeCmFvk24jl2pdzRDUmTxsradTSVGu06hqKreSo0g2gmr8pObymZenRZia1AsCwBIGqJpzpvBA/hgiZnFHhHDcpQzCVv0tnCBvCcuwBlSpDy51AyD5FRiLKdl0nvKecp1NN4q0iWJifEdZGomTtz54SWWquZ2ORHLsCPcfpA1XsfSuNRkKrkaT7LAGbRbxL8cE04ZUZSoTLsAgEGkF8IYMFGlltrOrSB7V4m+Hmpxqr82aRyXeiF1zoDJ3bAjUULJBBgARZeRwu0ezmdJUo2VNMowKjMMCwYWJ+aswsYvecAig3zCOXIwBofAfSBE4IaLpVFGgrC0Ia6RtKsoqQUPSIN8EeIZ+sSCaVOSqsSrMplgGuYJMTub4IZzsrnn7nVRod1RjVGY1FhILW0CbA2mbm4nE3aPssWqq3dhUpftHQiVpmYAE3uIG8SfQkVNE3A7WiLVfh9ICzfEKk+EP6itF/TTgRnu1VSiwBNUWkzV1R0MaR5nnythjz/ZzMWXKq1TWAYDgERDagWYcjBH38kziuTrJVcVaTKwNw4g7eZgxtIJFsLRhkG++Iav3aCi/Pm/hdR+HaivSCpTpllVVGpnkk6RqMqCD4pgjcRj3Cbw+vmxTHd0GKXIPdAzJJJk3N5xmGHd5wP9MdQP8AtGXs7lcrkq/euyVSqMEFOnUkMYEhjTCjwlhv9I4sVO1VV6/fMvgX2aa+1uDOowvL/wAbYx8uqKSXpKQNppg/aB9+E7tDnjUcKHimpgkFo9+kNuRAMG99sR5EbIbevv3yz8vhY3yff/iM3aLiOWzdTv69KrTIpqpAIKmGY3KvquXiy7AX6UOJdochVYPUo12IUKSrbwABZzAA8hJ54DUOK5JIFSgyW3MuPjM/FRg7l6OXIDJTpEciEX8pnFeNHqrEB2wJ+1vjKY7T5SmIoZeqpP8AzVBNucAg/DG78bqrEZdqpa8sXYC+5CIs3v7sHKWkUwwESzCwEWCnl/FjK9QBtIJ2U36lVMfaBg2xgG2PymLq/wBqKa9sX24jnnFsrRA80P8A31PwxYyvAuJ11LKaS6LhCEk/wDSwJHrPTF1eICRIkTthuy/EaWXpd+xZFQSwKEnluBJEWv54HLjPVRcT+b5qgJy9jnW70tWcmlTepBZ1UqohiqkLLKWWJG4nlejTqKxlqtWmDfSWZyoPKbBj1ML6YbuL9qAa6VqqqtGquZRRV2dHNBm2K3BEG5iRJJmEvjAUVHZL02dyrKPDGowFbYiOc7dcPP8A64vrf1mYc5bUk+n0l2qcgW8dSuDb6NMg25NqbnJgnF2jwbLkAplc5VDXDKgg+hRSCPTCkHVrHbnHLzHniSjr8dFvFo1QCJ2u2mbi0taOeIzU6q5n6Ru/QFE6eHVoXnVrmmB7nUYr5HtPltmytFd4YxU9CZg/YcCOGcIpOqtpFRm1TTXUChBgaoMkMDIIsL9DEvFOF0hS1fsaiAAK0zUvBGncECTq2tHMHB1Qv6SdspZ9pJ+J+s8z/bfu6jIMrQ8PPuqPSdjSODuT7R1qtAFVQagsqtKlckhdKqKQn6XOdutlnI1vBLKW0kLvFiDHI9D9mCQobOlmkRPXcaT16beuFNyppfnNVWGQb391Qp+t6gMExFoIFotG2Gjspx1mVg5mDvz2FvSxthdrIuaWnV8S1CGFVtDFfBA1ki+ppgKoLEqQBtgx/wAB5qkCabq+8gEqxgwIGxkGbkYzT9pYYg1A1L4mQpwGjU3FemKWa4i0b4GUOy/EImwP1WqKT18x9uCfCcvS1FK2pngQD4R0IkW1XFiZubC2KsubYhYg8Tl9mAau4r8b4xoGpiT0E7nC4O1WZZwBUdBySmqn4SQSff7uWHntZ2TWvTLUgaTUlaoFYHxqQCdU+JWGkwCTEmw1ThH4UzU9RC0qgMfSAK8gZI89pG2Ik1S5gSpnVwYlr1l1e0BDEPVq6l3FRAR8Axxfo51nUMKCMrGAy5WvBPQFEAJ32PLFCorll+YWKbatLEMDYSrAR4ZExOHnh3a2gKYlalAr9BablQNoUosFRyFjHIYzd5H5/WU5d6cqt+76ROPEaXMUARIN66kEbiGcQfdiShxikr6bUwDLsGJER7IkyJErIIN4m8H3tBxJMxUeqtJUiCG0Q7kwoZ+uxIBvbe8AVwzLb7333+q2xAmedrkxFtWMFeMHVbjhoiifCz9ajAvEKjL4QCGLP41YkM4vAARhAIA1XsJ6D0UgBs/92D+IxazfZGlXyhqEgNRFVmOkSzA+HURN9FjH1EgYV6PBUmwCt5WOJDlxuT6GugMb+HpWPag5HXkiHFZQZge+iPwq484/xKpWUBAtR2JldJWVVGqN7VQggKjEibiReYwFqZRlMd46n+NhH22xlB6tKrTcl6oHeDS7sRD0qlMmbxAc7Yq0xRXHSvZX8zdbidsZNG+g5vrx5Rl7H58V0CyQ1Q+Fms4IsVcgAaWOrTBsYO7Niy4qS1/Yu01WkDaSOQm07YUuE5bu6qEtoAN26C5PP3+sYP5DgL9+cwz1K9fM09K+yNIcKCWKjSro2kHYe02m2DOlx5MzOv6D0HP8TknNk0dJ40L+yITVM1yTMRyipUj3X2xmGHhXe06KpmXNSsshmCm9zp9kQTp0gkbkE4zFH5LD6/E/WD/5PL9gfSUeN5XheTolzlaNRghdUIUkgc5ebfkcQ8JztKsHpPQoJTdVWEp6UqSTIuPEBIG1iORMYJVxScg1KI1KCoJW4B3Ct09I88Cf1Pw9F0hxT0hdI75iy6TIiXJA8uYAEEADCxqF8vlPbGYUSZz3tf2H/RK0ICaNS6E7iN0J6iRB5gjcg4G9n9dOq1KRJUsoJgGBy/eIEe70x1HifF8o1IUiRVKEFS1PUJmNmUL7LMLiPXCdx+qO8y1RBBSrpstNQFYXtTpr0G8xfqcLbMEfjxnRx4WyYqZeehhvhaMMs/eFVOpyBPKKQ+Mzirnab/pGrVTCakJJa8AQdINpiY5SBgG+aqRcuY3knliqax8h64ofKjdZLj0eRWsTouU4rw+ihprpYuwOpgWOrVIcvp8I2tYLewxZz3FUp021xoKmxN2mbDzI5efLHMwo5vPoPxjHjU0WPBO+5+PXDE1gRSoEVk/CDkYMWqWuNcXGYWitW4oSKfsyAQFIOlRIhR8MUKWY0KFpghQIET95xuM27FkoKodSouOs7GfvGPM3wKsEZu+1MntIFI9YYWJ3tAmMJ7QgAHgRxGnxtR6mUOIUHqC8C+5PriKgD+loTuQJ9yaSffE+/EAb4+e+CWYpgZ+kJF1S/rqGMe1HuMuCqAGHmJey/BCQD3G+2rnzgajv5YgNAA+wFI5BQL9MP1Dg2YA0u1KimxfUDqjmoBmZg3wO4nwTKyT+n09ZudUG/koIP34nC5D14g4NVuY7h8jE3MCKRt9NPt1fkME+G5fWunripxgKEYI4cB6fiAIB9obHBPgJ2PTFGD9Jvzk2ta8o9kZOE54ZWlqKqrayCdOqZ1EMdIDahJuOvpi5lu3ot3gBAM6UUxH9s/COkYE8Wq6stMbVB9xwvUyGMC/+yfuvgMuofG21YzT6DFnXtHJu46ZntvqBCiqAeYKyOvM4B8c7RGqVCqUVZBGr2pINwANtPU7/ABGJkahNkafIHEzcHrPsvxYfnOFfmMzcfxKRoNJjN/zKvaHitQLTmpUCPSll7xtJksplZ0m3lgx2ORRQRi1NPnWap3p0kgBNGiR4hGva0scUs6rUjShtLrTAlT+82x6YtUO0eYUXqah0YA4ZYAoyZ9Ozc46jg+To165q95RdYBA1DWGAXSIsfbUG++2LHEAmoAhRP7ik++QcLHCu1tXvaaBaXzlREkIBGpgs23iZ3w2k0Kw1Coj8tQWuinlZxKn3HC82FsuPaj0bkbF8LDf8oudqckummJSmrMRqaQtgN9IPWNsCaHBqc+DOZZ25p3iqfiTO0jYWY4vfKNU00KEaAkvpKPqBiA14GxGAFDhARQaqhnYExM6RA5KYJCnVJt8MMVNgo/fEerl0F/fMcaL16OXK6EqKWYtoIYkERAABhd+sCBcDAnjXaFXBB8BkSdImT9GCSfaJMm488LnA+AU3zlEMyqC4IIgsSo1qscpYAGTzOOlVqdAVCGSizsT4HSmXi0FSw8V9IgbT5YALiwv6nmS5e41iIGVqIrItd9IqH6IHhLgBUuSSsgbDdjY74OZvgwohfAxJLxALHSIMkLMC+GipwymVYrTGqzDSqjmN2I9q8T78R5el3tOlFQ0xT1KAw8LJAgMZDTYXkeyd5nCNTkVmpZRg/EMmMAeA8IvcN4tk6dAuZNRtQMCDEkaVkiDCzyuReIODtLi7UW0NTDafDYwRHOIIYzPTc4oZXsM9XU4zFIKHYlRSa3UTriIO8c9uWLubzqM5DRL8zESbaZ8uu3ni7BkGNQGoX09ZPrAuR96sWvr6ek3PbCitiKgjoo/zY8xvmOC0mYkgCYsPTHuLbnP2wXwz5P61emlVqtNQ6hhZmaCJEzAn3nFjO9iKGXQtWzFQ6RqIpqoIH1jJIC+Z6HfBXgnFmXJ5eZPzSAn3Dyx6k16gJVQA4YAgEFlIK1Kn1yumVnY3sQCFogKg+ktzavKHKg9DKXFuxOVpUC6ioW0uQXYyIpu4JACiZUWIxz7jwVaaFX8Qqp0sDIJj347H2iXVQYdQ4+NNx+OOGccMUZ6Mh/6hjn6pR2qTrfh2R3xPZ6SzmwRW069atTZuUTrUHbyJ+OPBRXGVl+cB/dYfap/DGd+B8cSHwnWIon2yqo+/G2aEAYiLm+InnDBAMJ9juGGvmqikqoZC8kxAXSLn+19mGROD5GhDvm6ldSTApAMpI5awNJ97DC/2L4VSzOdSlXQPTKsSp25D43+OCvavs9WyRVFc1MusMkxq30+IASTylbGdhiwWVBM5DYMLagIx9fjcq8Y7X5TS1OjkJJBGuuQSOhCjUPeGGFfOiM9R8xT/AMTDDDX7G5quvfpSCIFNmOm0kyLRzwDz+XJzVF5EDuRE3u5vEbYN+evkZSdipSnjcPWMNfsLX7sMHWq4ClkNo1XAV3bSx9dMwYnAKrRdSVZSrCxVgQQehBuMdfyuSdU0MVYCIaBNrDUCYbwmJkRpGFvtTwXLvU718ylFtKrDFTOkQCbg6j67ADliJUzEkMvHnJtPrG3bXnPM2pFJ/wCKl9hb88HOAXgYF8XChHVHFQBqZ1KDBuRzwT4A0QemLcA7p9sTrWvNfpCfG88+XoSgRmZwAHEjY3jrbFzgva8Ll0SQ1ZwS4CEBWidiYZAAFsbkTabVe0HD6tagulYIcNDSJXSbi198LmSy1SnVXXpiG2I+qeW/2YXqV3L6TdPjTJQY+MdK/a1lULTpqp2BkxvI8I3368z64U+K8AbMVAzUmU89IKqb7w1h7oxmY4iimdYBHmMUsz2iqNPz9SP3bfaAD9uJMCkWTY+/WXvpsaEdmo95Mv1kNLTTcrKKAASDC8h6b4J9lOzNTPd4VqBBT0ydE+1NhBAMaTPSRhOzeYIjdtSB5J5Gd/O2D7itlQdNWoniIDozo2kfRlWEqJn1LHnikd0ktPG3WkNEff8AMaOL9mkyOmp3jHQyhiQngYwUITeD1vEYNdlc2K9KrSDaNHgphRBFKIR1XaOXMWHXAzh1fOBKlQOWrU6WpzUAfVpPhRVMeL5wrM3nrGKuX+UKqSDVy+XqkbEKVI95L/YMe1GNBW4kThpp82ocurXXHWS9sq70FysFdSCrfSCDqKGQGEe+MLtXtJVdWUrT0wxOlWVrAkkaXCzb6uDPG+O0s49M1EqUggYHRpc3I2kp0xrX4Pw9qFRaGYcVyvhNdWA81lV0AESs3iZwxcik8GXrhZFUMp49L8Zr2F4xlFYipFOoSClUxAEezLWQ+u8+WHfNZVToWo4hfFTfSZ1Tbxg6Qec85HrjhTppJFwwMEe77RvfbBTg/aHM0B81VZV+rutv3GlRPUAHD3CP+oT2fR9od6nmdZysOzSznSWEgwt7EAC0TyvjTNVkpkjVUlpEBh9K5sbC/MC2FDK/KbVECtSR/NCVPwOoE+8Yst2qyVZ9TmrSay3Wbeq6oHnbHmVSOKuSppmRv9RSR6Q7luMKMu601CQoIAPInmbcsAa1BnpnxBQYXUZPiYgKqqLliSABzJAGCmXzGUqArTqUjIiFcTHSJkYjHD3pKVhnQkOpEd5TcRDKdjEDztzxFqtM7045r74icr8kIKEu1e0CyZqIh5q4hh5MGAIPqMZgVnsitZzUqfpTO0SSVEwANgQBYdMZgRly/wDL/wCf8SPafuppV7WJl8jTkK1RVOlDURWYd4wlVu+kXkkR4DE487MfKply6rVQ03YqqhGDAloF2OiCDY2I6E8hnCuwi8QpJWepUWNSaFGoLDMOQJub364YuFfJymV8amsxEbQJja0yPhjoYSQgB8pVqUXtWrzMca+bFbLq6ggVApAO8N1+OOHcc/8AbN/Y/wAS47ZSrFqKkyPEtiZNnAuccX4yk5Vx+6PsIP4Yj1n+4nt+k6n4X/t5fvzkmaeHTzDf4SfwxXqPibOG9Lz1f4GxXZMSgTt5TzMRgdziN/LElELqUMSFJAYiJAm5E9BeOccsMWf7DZijDoaeYS22kGD9am7fYGJM2jfDRIM2cY+sGdlKqUsyalYVO7p03Ld3IaSIA3G+1zzGCHFflINNi2WyQQiD3uZZ6jrI5pPzZ5e0fwwLy/aJBUBppqWwJYaRCwwD+JgWDMPZJtp6E4g4hWuH8YeSY0gK4JJdmiUeSd5tBsZs9HZe6RPnMmqfLlBVb9IN4p2wzeb/AG9d3B+iDpT+RYU+8YKPV7ypT1DQytRKko3jUGRpMwBqFSTf2QBscU+Edja9cA06TFbeLZfXUSAf7MnywU4kyKlFDbMZeslFyKgIZNVZh4IBUy+9/dhnXmdjKwVVQV19IJq5zNVGio9dmb6JLmf4VFmH8IwZy/BEBojuyA6Ui/mxRWa8SPETYG3lg1V1HIjKq0JAFter2g28zyj0wRVCUoe0Y0k+20Qun2jJ5QST63wS4ybsSbJqtvCxDp8Jas1WlRAnWI1GwVWYyTcxA8yfPB3JcLFIhe8VyN4BHwkXxvwnhNehWNWkNck2IiQTMAmx/wBMXKmWrK2oqoV9yCpi8xbnbliVnfG4TjkxGpyHI4ZORX1kva3LD9Dp2II0Ty3H2jCElFFN1kbEfhOHniyHuVDU2fxAgSVvFiT9WMLtfKILItMeoZo97GffGL2Uk8CNwZQmOiepg6nURR4aCE9Y1X5Wi2IKuQZ2LFGGoyTYD4E4MLTYrHeR5LYfda2PG4SpHtaj1Zjb05YAox6iGudV6GDc5wl/AQJUU0WRBuJ89rjFnOdoHzK00ZWHcoYLOGlXIiLeH9mbEnf3k1lcoqhfFeAPCduUWM8sVxl6VPNKlLSVc6TK2/Oxv8euEMFY1zHYchC77HAJ+XynQuydAPlQ1RVdgWhmAJHoxv5W6Y5pkaDMo0gmFBMAmB1MYduHcQr0KZpKq6eu197EgiN7ee+I+FGjl6RAMMG6g8rCQTsOXmepxmvPcUjwkWk1Y0yO1XdV84qJg3wXhiWq13SnSBnxlfHHKG3Um217xiPiXDQ1VmowVYyFkWJ3AEyfFPLy5YqdoeHd1lhqPjLBm99onnAA/mOI8eFmYWODO52y5sfcar+IhDN5HI5jVSy1OtWcD250InSalRSfOymfPFFvk7K0/DmEapeU0NAmIl5Mc/o3xc7FcTU0e6kCoCx/iFrjqQIHoMNtV1CNAgWP3TjqriVBQnMbLkRttn38zlXEeAZikYamTB3TxDl0v8QMUtY1H12x1zK8QprUqI9MHxmSQCfLflGLVfgWVzA2X0YBh8GviFsylip4j8etKjvCcbVQTcA+uLVKUMIzIP3GZf8ACRh/znyc0xqcIFCiSyuQLeRsPcMKNfg7qSdDgcj4W5c4gfA48VYcqY9dVjyeHykY4nX/AK+r/OfxxmN6XD1YT3qL5NY9LjGYy8/mfjPXpvIfCNXY/jppJTpqWhK1dXVVkkO8rAIM3Rpi4kRjoTPIkGQbjHPOwuTl6z+y4LOpidOvUI6GxI2x0BqYXwjZbD3Wx0sdHGGE4Wr4zuPWQZpvD71PwYHHGuOpFKsOgcfCfyx2HON4G9Mcs4zkdffou5NUD4kYh1vDIfX6Tp/hR7uQen1gnMG1E9f8n+uIKhtPI8+XxwZpcH1U6MvpKAe1TOkmAtpMx0lceHglUOPnomJJLbdbSGEcpvhAE6zsWPHlF9zhq4Z2geqgoNR70d2FYkTBuNTRcLp52Mi3XBng/ZjIll7xxUcwNIBpqT/APhEx5YYOI5rLUqD0qYABUgCmAAD1tA9YvikafeLNccj2zk6nOgO0g38Jzqv2cUakDCGIYyOYAJJ030gKdQAJGgTBYYd+EdlsrRoiqU1xeXBZlPmsWMzfSDgLVzdMqJ0wYsYtGkbbCLL0sTJgDBnh3EiuXU6tKTIMX9wHrYG074TpXd35E5rYhisg8yXM9oSbU195/AD8/djmea4XUfiBqMhOqqGkoQNgdWs+ErEGB1w35gqwAXVIZWDE3lWDDwi0SLgkyJ2wVXKisqqFXVChRcadV4MLdbzfcNbYDHWIuJ3FTNW4SoAgBtj4Tp5TuZB9IXENagBp2XcQ6DmL6WMx/NHrhsy/B1gBjBESQecDry9QDiPO5GnSUtUchLAkxF+V/wAsL7XaLYEe6YRuNdYm1aj0yGvcgajf/q2PLBJc3Tpg1KhUKLqgF2JvcbepxU4l3Lk9zr085sPdAGFniWdRWKECFtcnmJ674iyaBdVkGQkgeI8TKkzHGCo6zbiHF9Q+qkwBPMixI6WF/wAsDMnmxpqNoDPGqQql1QadR5lU84glh0JXarUpOZIPIGG6CBvPLHjLTMRIItJuY8Nv+nl1OOs9gDbInDftmtDiFMJOnrqkAkbkaCdzAi89Y3wQydbLd0C7apB1QraqRloMBwKw0gT7IUkeIzGBVTh6tAFSANvCJ57kG+/TE+XyKqQWZWVQCAJlm6Py0Acpvhp2wqaEqFJKaLU1a2YahIIKiTANyCSoDAiPa8pwWynyf5hClQUZLAMGLyBIn3b8xhWzWd1Ezzn/AH64LcG+VEUzFermqp8KG1PQii0oFKjpPhm252xLmAIFwmVm7gv6x4z3ZVVUd07VH5zAB5ELYR5XPPC5Vyit7Sg+o+zDDW+ULKLSp1XqwtQ+E93UhSDuVCErYGJgkG1r4J5LK8NzanusylVwNTFKi6rndqfK/UDALR4nlBxrRHER8xkda6Q3d+zcbAAzB2tG/lhU4/mC1VwrmHcp3bgKQVjSVvBELpIMFSY527EnZPTpek41SCBU6zI2HX7euKmYyOaoeJ6SlUY1JU+EHUahJ6rqvcDnfAOCDuUXKEzHgXx1nElqEEG4IM2sQRzHMGcNOQ7csU0VpcAjxCA8cwT7LT/ZPriPjCjPVz3FMa5YvUEIniLP4id5YtBJBtABGA/EeA1qI1MoKX8aHUttwxHskTswGNLfGdcd5QHE6XQ4rlsy3hdSxJhW8Le6d/dOLf6Gy+yT6Hf4/njjam3lgpke0mZo+xVaOhOoekNIA9Iwpxjf9QkzaU/sM6lVzdR6TU116kYFlAksjCAfDuoYEEeYnliqeMMq90QeViLg+SxMwRa0+/Cllu3dQkGpTUkbPTZqbD0Mn8MEqfbnVvma1Izu1Ckze50UmOUkA4UcY/YYIGTEKZLjUOztL+lqUkqc13jpO14jljMLaZ3JES2aUk3JZ4J9Qb4zAfl8/gV+clOXP9iXuxefVDU8Dur6RKKWCm/tRtYzg+eLFq25iSTeQccl7O9q6+VqB6T6TsVPsuOjLz+8cjfHSOG9vaGaqIO5FF4ltjLW2IEkC/rIthLac5dgVyu2WavCyO2XbYPyh7N1QZTdiGgC9xuJFpHScJVPKA16+uyozOwkToLtFpnxEACYn7cOtbOUmWNYBIKyWAInc7gjy/DfCnneAUtQ7h6ZeFQMWP7NQdKMy2YggAGJi0ROL9Tg7RRzyJzdPqWxEgdDxBLs1ZyzrAFlEiPcABBt0FziJ6dLSafePKy4CtOm3iBJDAAi8dV5SZ9z2XrIKikEHbwkGANzYnfxX6RijksnobSfDMgqRBiL2N9pxDQAoT6lNmzuHgSPieYqJp7oFy4MLpZn8J8WgIsWBUyep3xfXi2YIXVl4MHUPCYIZhHiqD6IU9L/AA2XKd6VG0GUePZMe0hNg4IDSZ22mMa0+z4/rGYR/V0B5T4aQxdgI20JwfxBcnamzx4SbJZjvNWukENtJCoJ3uSHcnlsRuYHM3WfulLKGmyhVN2ZiFVBsJLEC9r3xOhYrTV2kUwFE+gF/gMC+PccWhVoICurUanifQPACQS2loG523AxTix97mQO+xZY4TU+er7qy1HRylQDSwVaZFMhRazbTcmCLjDN3Pg1LZtNmWxIuyg78zttcxZiCs5fiq5kiuoCh0QxYGSuoz1M21c4w0Uc0hpJ4l9kA3HKR18sOcLfd6RFkqCesmpcWqaQG0lriACRz52O0e/FytVdqLMobUukrEzJYC2m/T4YDCsuqxmfO2GTgnEKVOdTqABaWBJwuYIN4f2KqVTqrsVBM6R7R53Ow+0+mOV9uaYp8QzNOmAFR1ABJ27tDY9ZOOudou24pITTWo/ICkjOxPuEKPMn8scY4rQzOZrPXOWrqahBK925iFCxOkTtvhqUDyYxbPJ6QUXI2GrykfG/PHjOQR0MyNJnqBIsI64t/qPM/wBRW/un/LHn6lzH9RW/u3/LBmjDlY5iLzbzJFvOeePaWbvIOof6jp6YkPDK4/oK390/5Y0HDqxJmjWgX/ZVPs8OMM0dZHmMzpWfh+f+/wAMCstS1uoJVdTASxhRJ3Y8gNzi5mshXZr0aoA603H3jGv6vqDdHHqp/LHPzPZqdjSYhVk9Y+9puzNMcNpacxRXuAxCxp742DEQx8ZgC8zAgrJlT7LdpnyNU1FQNI0mbGJBOkjbYfDAggDpOPJGJ93iJWmmAQo5u4/8V+WKu9PRSpLTup1EyfCwYHkN1H24h4l8qWczuXbL1RTUEqS1MFSwH0WBJETBtG0c8I0YkoPDThmNzuqYmkxYyGrpOs8IyfzGVNBCUqUkLFVJDVYK1AxH0w4i+wgbCMTdn6DCvV1Iy2p+0pG7tIEjqPu8sKXZDtIKYNF6tSnTqGzI7KATYh4Ox+ty5226FksmtEjxOWdqYGty1g0+GTtBnA49OVzb7kupd1U4yOD4xW4n2ZoVHY6dDEm6W5/V2+zALP8AYuqgBU6lOxKsLbbgEb+mH05O5PU4MrU8NPSCfm1UeRi4JHnM3wGqydmAQJMubIvFzitTI1KZIZCIHqPWRIHvxiHHWuIsj5rSsHQgQkeVzPvge44r1+z9B/apIT1i/wARfC8SnKu6Px66x3hOX4zHRD2Hy31WH9tvzxmC7B4785j9ZyQ4bezuXVsq7lQXU2YgEjwjY7jHuMwDdJdk6H2S7lGLETeHi97dMMxEUXIsfD/ixmMx058iOsAZWs2phJi1ptuOWC2WYhtIstrctumMxmJiO8ZUSdvuhfLZZCZKqSbGQLi9j1wSy/DqX9Wn8o/LGYzFSdJOxNy7SyFL+rT+Ufli3TyqDZVHuGMxmNgSwmXX6q/AYlSgv1R8BjMZj3jMElGXX6o+AxutBfqj4DGYzHp6eiivQfDG3cr0Hwx5jMe8Z6Z3Q6D4Y87peg+GMxmNM9PGor9UfAY1NBfqj4DGYzGGZIzl1+qPgMRPQX6o+AxmMxk9Imy6fVX4DFSpk6Z+gv8AKMZjMFNuUq3DKJ/oqf8AIv5YF5rgOWIvl6J//Gn5YzGYyGhMB57geXUWoUR6U0H4YzhJ8VJfoq7BV5AaDYDYDGYzAypWJXk/dQ/S2GKvEKhAsSLcj54zGYm1H6ILfplyhRVVGkAW5CMTYzGYevSe8JgxmMxmCmT/2Q=="/>
          <p:cNvSpPr>
            <a:spLocks noChangeAspect="1" noChangeArrowheads="1"/>
          </p:cNvSpPr>
          <p:nvPr/>
        </p:nvSpPr>
        <p:spPr bwMode="auto">
          <a:xfrm>
            <a:off x="63500" y="-1571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spcBef>
                <a:spcPct val="0"/>
              </a:spcBef>
              <a:buFontTx/>
              <a:buNone/>
            </a:pPr>
            <a:endParaRPr lang="ja-JP" altLang="en-US" sz="1800">
              <a:latin typeface="Arial" panose="020B0604020202020204" pitchFamily="34" charset="0"/>
            </a:endParaRPr>
          </a:p>
        </p:txBody>
      </p:sp>
      <p:sp>
        <p:nvSpPr>
          <p:cNvPr id="3092" name="AutoShape 33" descr="data:image/jpeg;base64,/9j/4AAQSkZJRgABAQAAAQABAAD/2wCEAAkGBhMSERUUExQWFRUUGBgYGRgXGBofHRscHxoaGBwYGBoeHiYfGxkkGhkYIC8gIycqLCwsFyAxNTAqNSYrLCkBCQoKDgwOGg8PGiwkHSQqLywvMTQqLCwsLywsLCwsLDQsKSwsLCwsLCwpLCwpLCwpLCwsKSwsLCwsLCwsLCwsLP/AABEIAMIBAwMBIgACEQEDEQH/xAAcAAACAgMBAQAAAAAAAAAAAAAFBgMEAAIHAQj/xABKEAACAQIEAwUDCAYIBQMFAAABAhEDIQAEEjEFQVEGEyJhcTKBkQcjQlKhscHRFBUzYnKSQ1OCk7LS4fAWY6LC8SQ0o0R0g9PU/8QAGgEAAwEBAQEAAAAAAAAAAAAAAgMEAQUABv/EADYRAAICAQMBBQYFAwQDAAAAAAECABEDBBIhMRMiQVFhcYGRodHwBRQyQsFSseEjM2KiFTSS/9oADAMBAAIRAxEAPwBwr8KpoFLD2iFHrBP3A++MQfrCjOkU1gTYXIjcmP8Axgp2q4a+ayumgwSqhD02DWJggqSNpUsJ5Eg45ceB5/Xp0V9dx7DcxB8e1wSJmL74jzs4YV0nR0qY2U7us6LleGU6klRsYPwB+4jArjHBi2aZQ7ooUGFaLlmuY3sB8MNHY3gpy2VC1jqqtLOdxJERPkoVZ/dnnijxpyM40Akd1T5eb46OlskbutTk6zaAdp4uB6HZid6lX+8bFX9StBvVBABEu/Ujb0FsN/CuHUXTVVqOrlmt3zLAkhQFBAAiMUuJ5QK7CnUq6RYRXYkzTJDLNv2kKRPnYYecvP6ZMMRIvdBOU7M6kBL1JvtUaLEj8MXcr2YVTJao3kzkjptg5Q4ZlpbVWf2vD/6httK/v/W1YkpCmtQJTYusrctqO+2omTgd+6xULZtI70pJlMv3SsVLMVBIXqR6fYMbUcjl/wCkUqPrA299reu2KVPhbMiuhIYqNmKhrcyLgxzH241pBmJRgQ0XWpUqtbrGoBh8cfOtqHVtxND2TurgQiGP1RlSCUhiByKn42xT4TwikSyuuyowj97VMnnsMUMlwNEql6erVfVB8IF7ee5hbxOCzIe9Om3zVH7mw9NSWxlwIt8CBwqniTVeDZVQZsQJuRiHh/C8tUSY5xYjoD+OFntnRNClWzClQwRCdQnVBKqu4tLG889uRi7Hs/6VmaYICqEc6RF2LC8k7BYwB1Lg0R16cx66NWxlw3SMb8IpCuBp8JIX7GPxsL4JfqDLdD8R+WKuYQ6V696v+F8a5nLuykays88NyZ2WuOokyYQ18+MAZTi+XOcOXqU9KMdKvNw14VwRcMIhhaTFxDE9xLglEaQg3JmY5KThHzwVOJhGPhC5UBupL1tjz8TL8cdBooda6r+3/gOBxZmL7T9+MdnwoEDqK4/txI8twnLmkjspkorGOpAJgR9mKXEKWXo0nrNSfu6ZuRPs2v7OoG4kRa+N8uxWgrM2lVpqSSYAAUGT5YSO0nBActXIptrUAgBTYl1k6RYHcTGze/BLmZr46T2PToXVWPUiP2T4fla1BaqAlXXUvmDtYicV+HcOo6SKguIgDcyAT9+K3ZKg65LLgyIpJIIgi2xHLFvO8OFR2EkaRTgjcTTWfd5Yzt27MkdbgNgUZNt8czKeToEyabafXxDzgi4/3fFunwvJsYBBPTUJ+ETOA5V0Ol9YnZjWq6T7gRpPlOIs1wKm7BmHj3ApyJ87knn7RPPzxMNUycMbPsjRp8bdTQ+M849wZZAQsoNYLKmDGgmJHuxV/wCFv+ZV/vGwa4k2ilTLbjMqD/dHFXiAVstmagrOtYKxpKtRhsgI0ooaSTP0WvyO2PoMLVjBqcTMt5Nt1BT9nYdV7yp4o/pGnntfyxBw7gbVCdTVAAFP7RuYkiecYK5imTQrFatZXVGZZqPIYavAgUEuY0EHQ4nUI2URulQkMHzCqWpjRLsyjVFVidIUxTOpQJuD7dkDO1H9MX2J/qm1LssJHjqfznF79RL9XzxdyKaadL2mZkRnklocgahcmL8ptgvQCEX5qvLyM4VlNgGo3EKJF3Emm9PSSqz0OkGR1k7WvbrfHtBabuEZQCwMQImD0Fut97c5ESJ2aZW0KfZECYnTy5f7vifhvBCtZWJnQZNzA3mfMgkXv4vXHBxNn7UXfr5T6LKun7E1Xp5zKnA1nbGYO188uo+x8ceY7HE4lT5moMUMoSp6qSPuxfpdo82ns5rMjyFepHw1RgStbG3ejE9TtEqeojt2T7d51s5lqdTM1Hp1KqU2B0mdR0i8TuRzx2lKRd2Us3hjkp3LDmp6Y+cOzdYDO5Q9Mzlz/wDMmPpbJ/8AuKo8l6/WfpjGYgrz1P8AE5mrIDqAOv8AmQ5jKhBvJPIqn4KMeZbLlyQdAIv7B/BxijU4kDAIPhsTMzEnn+eDORyxHibmIA38/jthS52bIQp4EDapHSV8xkgglikfwv0J+ueQPwxXFVEYQUnUQDLASsE3uIHMzAIIwTzbgaZQsCxBhZjwteBPTTe3ixVWqZvSXUGIEC+5htUQJhTvz5mAbO0bzi9i+UrLmRTQgFdNMCYYmBBYXFMyAATbaMZmFWpZwJU2hyGm+x7sG8G+xg+eCrUUJkhSep0zaPLyHwGMbLKZ8Kkm+w3tfbewv5DphVL5RlnziLQ+UvLaQBRzCiNgKP8AmxOnyi5TVq7vMLKqu1PZZj6Z6nHEqHEKqgDVta4HK3ScTjjtQbhT7j+eN46VOh+XX7M7UO0mSzRKd1XqFhdQgMjbxAWIvF+uCmSaihJp5ashb2iKaAmNpO5/1xzT5KuLGrxAU9IE0qlwemk7Y61wtdSMejt19wthZI3AVJMrDG4TnnnrNdasP2VWdQafm5kCOsRc/HG1WiHiVrAjYqVBHvUgxt8MTZnPpTG0+U/nzxPlK4qIHX2WuJBuOu/WcM9oiunSCVo0ZU93UZi5pgsFY6hqJEtJ+ib7Wxf03BNOoYnnT5iOs7HHlfL6agZKQYwxnaGgdTAJEiQJ25ScY+YqxamJjmRAtMefqOo3vG8eAmEk9TNFy8IE7uoVA0wTS2iIN72wMzHCctRXvGy7BUg/0RAvAhdUCJ5DBb9IqEiEAF7sQOl4EwIkbzPlcjO0mZf9DralgaCSehDrFvMSfKw3mBr0ENCbAsys/a/L9Kv/AMX540q9scsrMdNQE6ZHg5CBzJ2xz7v5+lGK2ezEsTq3/LAgmqInQODCD1M6JV7Z0GBBR2B3B0X+Ixd4ZnV7oVETSrGPE8tOrTfwHnHM745L+sCNiMdG7J1tfDUY7is0+5ww+yDgHBUFqEm1hx4sRbHdxkqZMuAGRTD6/ab2o0z7I5HEg4Yeij3N/mGLOZfRcST0i3qZ2GIKPFgz6QF5TBBidsOGUrxciKqTI8xw+oqyoUkRbS20iY+c3iY84x7lsmzai/hE+EBVB0wLkMWvq1e6MEz/AL9nApqdPwHvH8ZLASIJIeTEb+Ob2GhY2ue8+c3aPKWP1eB9M+8U/wAExq/DJ/pKnucD7lxFl8gndCmrtCgCSxBBsRKxAOxiPvxKeGLMyZLapB8y0WGxJJPqRtgST5whx0nO/lCpPRzCIlatoamGhqrm+pgYv0Awqs5IgkkdCSR8MdC7acEpmpTLF2hD9KN3Zj7Mczhf/VGXH9Grfxy3+InEr6dnN7uJ28Gux48aqV590We7XoPhjMNa0KQEClSAHSmv5YzCvyH/AC+Ub/5Uf0/P/E5JW4tk2HhylVP4c1P+KicRfp+U/qczP/3VL/8AlxY4fTDOoZEIn6o+218Mxo5bnQpfygYvDek5jYqNBpR7CZCjms5TWlTzAemVrXr0isI6mT8ypNyLC+O7cN7RZSrm6qU8wrVAANGlxsSSVYgK4BMErMc8cx+TtqI4gvdU1QmnUWRaRGuI9VGLnZbIA8VpAk/+n7xgVMgssUtPkIdj/ZjCyysV48YjJhuyx6ciU83xTMnMZijTkkvU0AC8HVB9Nr47UAI/8YWanHMpQpHvDUUIDrISpEqJYWBB928GNsQn5VMhBIaqYBNqR5CbTzwQCVaeMjwad8ZYkkxmzlAusK2k9QQOo5XMTMSJgXjEdLJMC0VWAIAAkHYu03Xfxx6It8Cc321VDbLZmoJA1IKMXAI3qCRfcfVPTA2n8q1AsynL10KhT4zTHtTaA5hhBkGCDjR06j4yns28ob4xwWvWUCnmGpQ5PhLgx4jEgyfEQTyhdIA3wfRb/wDn8cJLfKlR5Un97x+eIm+VVeVD41D/AJce3LPdm/lON57gKCtVX9NyqkO4gjNAg6jIP/p4t5E48Xs4p/8Ar8l72zA++hi7n+z3e1alQZgL3lR3ju5jUxaJ13iYnAipwlhPz6iDElY/HC91zqpRHj8o6fJlwTuuKZdxm8rU/agpTeoWYGk9gGpKLEA7jbHYeC7P/H5/VXpjjXyWcJUV3zTVTUbKmn3aoyhSagqUz3kqT0iCNzvjq3DuOqXZFRQbsfa3B0kQ3oYiR4TtGM/cs5uqQtlDDw63OafKdxyvSzlenTq1FAAZVWfpU1Nud2Jx2TJ5cJSRALIiqLdAB18sLPGsjRfMrUqUgXS2oz9EkrKyAdybg74ZqDyqkiCQCdvxw9lCgVFbieJBxD6PiCQQZJsbiFjUBcwLzvAF7VKbDuyor3hgDKzcnSSTLTeLH6NsXc0ZZBp1Xn2gIjnGxPSeflJFU7D5oy0sfGwM3062A3AEi50x4dlnBBkPCa65cJl6uZ7yq5YrqaWaZaBImwBgcgMWO01ItkswAJJpPAMXMedsaUMmjVFc5chqYlG1mRIBmCQNRLVAZ8Xhk74uVqwqUqylD7DghgSCPEu5sZiY6ETvjGSxCRtrAzjxkCBSptJgMKYv1i0e+MDM1SW5JUdBpv6G1r46MuVpqIFKmAdwFX8sVKnDsud8vSPqi/liNdJlH7v7zuHX4v6P7Tlddr2GOm/JizVeG1lUaiuaYQL/ANHSP3nEeY4Nkm9rK0/7JqL9qOuGfLZhUFNQnza0qegF7AaVULLkzyF5J1CeuKWxlUO4zm6vImddiirjBnlPdVBF9DdPqnzxz7s/n2GZMGwRjbyIIU78tR/snDpwk6htYg9NtU8+UN8Mb5fgmXpzopIuqJsLxcb9DhOfCclEGpCV7wPlLWUzGtFbaR5fliitNwSFp0wNVvCRfx3J6BdImIJYgWwSUACBAA5TH4YG5dEyxd62ZEVHAXvKmkA3IUS0SST6wOmKFBA5h9TxLORJuNGhYDLAI3LWP70AEiLaufK5p9f+rFatxWgglqqKDG7ddueNavHsuoJaqsATME7emGBCfCYTUXu3jqr0dTKsq+5AmCvX1wrioh+mv8ww39o83QzApFQtSAxkpsDpIjUOcfZgG2Spf1NP+Rfyw9cDEQhmUCiIPFMfWX4jHuJKuUpyfm0/kX8sZgvyz+Ym9snkZyBM0Nx/v3f64mqZ+B1m2nr6dMVqdKLmwGPKS6jq+HpiFbPWXN6SbLZuqrB1qPTYbGmzKwtHtKQdiRhr7JduWytSq2YatWDomnU7vDBjMqzXBDCfTrhWp0pOPVqySCPCDE/fhlCosidCr/KNlqiVldWIZXSnppsvhKwNUbMSSOfLbHPHqsaZHMqR74xlcbIOdyfL/XG608YqBekLdZudHzXyp5cgRTZAW0tqpknSYJ0tfxA7SBz2scLHaftCmZzK1aCstM00UlwQZVqhsDy8WAgyUwYGNu65dDgQiqbAmGjxCSVDi/QqjAdK0DqdhizSzI529fzx4iDLZz5BIKgweVvSx8sCeIUAxmLGSBG0mfjf7MV8xx5NR8LWkcrwYnfEZ7RJ9ViP7P54AgR6bl5qM3yf8Rp5f9JDOlMuKLIXJALU3LabAnY9MOLdq6Id6hqKStNhTXxtqJQgAwsKJIuWOOS5fiKVXiCoF7xfBU51PrDGbeOYGTvMTHyr8qdcmRRoCNpDH/uGK1X5WM4GA05cT/y3/wD2YTP01PrD44rZ3NpYTdiFEEbnzJAA8yYxjbmFCCFQeE6hwjt9m6xqy1NQlCo4Ip7MNIBIm4vthnyXabvE1rUlYEEBD5XgbmCOUHHMuynDaqd+W0w+WqIIYGCxSC0Ewtt/MYMcHzdPL01p1GTWgM6ZI3YxNo9oXicUJjehuERkVT0jHxjtJWp0mfvGUBt4EhdYHIb6emBlHjuZWmUqV2c6iC02IKg9BaDzGK3aDP062UZAdIqqyK5Fpm+17YAZd1p0BTWpLBmbVDRckgQZMCYiTYe7BMhDWPKIKntAQOKMZBxIMLMDjRmY+Q6nCrw4ureMrFzKzJ8rgQPLBwcWQqwaIIAFj75sY6SMDi3kd+OTdXeEs1CrIzI6tpYI2lgdLSAVaNmEixwTy3GSKeVlVJYvTvq2UkW8YgwN4Pwwo8NzPd03FSohZ3RvCCFENJhYsTcneSbk3ODK1Qy5doYik1VraYYOxjSILHcfV9TsaAm4QTcCdp+KZiv3TJCtRJCqwABWpuT42O9JYJi026a8HzGbbOA13QADTpRV6qIJI2g8r2F8Q57I6G/9w7lihI+bEGXsB4vD02585xJlcsf0oDvKntCT4Zi37vWMMHAk56ztMiNr/hhC+VPiTKuXpqnhLFy1mKso8MKSoaxqcxsDygta5YX1VKpifpnCj2/zOWpVKaVXEOlQqartKsBpBWGiYc2IINrWwnUEhDKNFt7ZS3Sadq81U/Q1NNtD1Ep3AB3AaLg228/TCVXp5ysKKVqqlCQJAGqNUGLQDGG/tVTJydC7CFoyR/BF/KSPfGFruINAF3E/vfvLt03w1TxF5hTkSuOytAkrNclULx3g9lRJIBrenxG042q9icveVrHSNRh5tEz+1/3IxbzvDqBRGkGoqkks+qZEDSFICG5kDe3niw1NhTJOYYlje7mBYABFZZCgxJJsb7YWWINcTNtjcvSLtTsvlASDTYR1al+NbGY94nkFFVgteqRaDFQ8gbnU0n3nGYHtPZGdlFuqhiXNh9Ebe/rizlzqUHFTiJYKJAieR8sXOHoe7E85OJ+bnTpQnrNqpIUkWx7k6YKiPt+2cS1aUqQOYONeC5Go1MmPA2oTP9k+c9BHI4wtUzaChI6zYUlmVKtPMTePJgGHvAx7XOhdUTt9+LeW7L1AC4hmW06lUFSRMKzBmIheQux3xa4r2WYqBSqayQDpKuvTbUApueXQ74A5lrrAwqxouIFp1RUYs1gABcmAegjmb+4Hpi3Togbdb48p9maukqxCnVztsCI3iWkRJHs4mr5B6CqYTS+piS4sxMsDGwnaRtjVyXwZjKe0IUd2amhPXHj0YHXFccWP/Kjycn8MS8Xr1KIpMy02WsutdFQEgTEOCPCfLB3AIo1AtPiDy0NEMdgLCbDbGVOKVfrz6hT+GIzSpMSfnBJJgFPXGx4dRP8ASOPVQfuOBMeD3a2/KS8V4pUFRgulQIgBVPKZuDglwuvmO5Dq9USpbwJSCkjvtvDP9Go/teYxBU4KuZq/N1PEYt3bn7YjEwpVaQ7sZqmum2llCxudis/SPxxpeIOO6uS0+0OZTMtTNV2VWYQ2kEgAxJA32NsTcY7VZhUD06jJqO0Keu0g2tbA6v3gDO1ShU1W1IELSRG4UHacPvYrsBSzlJP0m6tGjSWBXwk+KCJMhvsx5SSajXVQgf3QJ2P7SZioc3rqswXJV6iyFsymnBsNxOD/AGdyLZmhRqO0vUXUTEkxK3Agcvsw4cO+RvKUO87tmHfUnovMmUeNQEtY2F8W/wDgunlKNNUJZKZVQCJ8OrV5k3w4A1UlbIpPEDV+DTRppq9nWZjqx5TgJxThGgAkgyYsPI/lhpqLCgLadUepY4B8W1ssPbSw2EbiRfU0nfkN8GRxMDiwILfI2B5emIxw4kWDH3YY8pSAQW/3ONnOMCxlxM4lkWpU2dxCi5JwSyufYLw+lpPzxr6jewpm0+sWxJ2rVmoFVAJJmCCQQqtUYQLklUIA6kYqZaGfhTk3FLNsAQSbzNwAJHOwnkBgh3WqLYXFn/jjOm4RhtbTU85uD1j4H3Wsh2wzRqDvJ0cwNYJ9CTbArsr2SfOuEosmkDxOVrhVMWE2EmRaZiTsMaZzhFbLVu6rmmjqQSDUqC28iTBBGx2wJzeYgDCCauPtTtxlFJBo5r+9H+bADtTn8vnChprXQKrAh2RpkqRvqiI3EG+A2YdWYkOhkk+2nX1xZo5dtEgAiC1mT2Q2gt7Wwa3rhb5NwqdfDptOpBvn2xj4j2610lWiro6hRLRFhH0XnfA5e0+aI9tQesP93eYFZbJVGmEJ25rzYKOf1mUe/EvdMN1a3kcJbO4HEedJpWNn+8ZanaCoQIkb7s5Hlswm3XfAmobmS1/3j+f+4xoM0o3n4HDD2XFCvTrJVRYp6X1xD6Tq1DVEgDSNupwhdRnLUDXumZdLpETdV+//ADFp8sCZk/E/njMEsvxE1FDJlqTKZgiix2MRIMGCI92Mxn5zU+f/AF/xM/J6X+n/ALGc+prME1GI9L+lzbli8nEEAgBoHp+eJKNNGIUBnYmFC3JJgAAAXJMev3Ng+TPNBkBRAagkBqo8J8PhchD4pP0ZFjcc7yFXqanJOQxXyWcFRwqq5nchZj1g/wCzizXoVct85QhkcHVrSQp2i9jckC1rg4J5ekuWrGlmaLAqb6akOpi15h1gyAbXkeZbjWZydMAU0dmqqHPeNKQ030i5uDGwO9xjzJdCauUjpE/gmeZGZKoBSqpWwAKturSIMTKm4s7G8QSXaLNMBSC01pB6VOoe6JHjI8WraX5GIF+eI04etY92hTUwi0yBtNhsBFzYYJ9o2JQuTZZ1GBYt7wdMiJAjfphTKq5FEcBkfGzC+Ir5nNVjSFMsxRTqE7zF/FEm0c+WLtDM16mXWaZcUtYZxBXR4SAxBgFTrmeTDpgz2XpZavXCkoQkOFPg7zSV+b1sYEgkkcwpjqOj0M/l6S6zTVe7WV0uXjyAXwgRYIOZ2AwnUZ8eFp5NzJtIM4ghSoyp82hdlXUCBEsBP+zhw7S8BqDKU6ialKPp0qDpFMqIZTBVmaoJIBtLWE4DcL4PTDCKbUST+0radCDmNIbUAfZH8Q6SelcTGrh1NKZVmPdgDXp2uZMMR8OYxcqgjmSZGZXAUmc77N9kM7mQT3yIqmCXnUdiCEVdrxcjb34l7R9lM1k0VnqLVFRtKmmTIsWllIBFhuJ+3B3IdlMyU1LmKK1CzEqtU2kQPFAOkC+nmVEmBi3xLsXm6i6u8y4ZW1DXWInci4TSTBNjG5MiYxJsydrdjZ7P5ju2ev1G/bFbszkqjKRcv9MFWlVutgQAZBJkGASAbxiPtzk7UdWnv7yoJLaDJBYchMRJkySLA4PZCuaGZXv62Wp6CdWitrgEEFfA4IkEibkTtzAHiXBaFavUqtnKZNRixJubmYjVMDYT02G2GMqg2DH4xkfusD/eWuCdk6Pd0hXU+On3jMXYEMQSoUTBgECwIPPBz5Nu0opIMvUaaqVWA3vpYtI5R7QjCxlyKThVqs6qNKuovyuo1yNImIv9kX8tl8hSqI/6TV1021AdywkwRfcmxI9+CDqD1ED8vlPAUkD0M+gadCZ1NrU3AIFhv7/9MVM/lndKqtp0lfDEz1vjnVPtbmIEGRAIio62IkdeWIj8oLEECqgbaCarmdoiUn3YYzqvUyZNM7nui6htidKerT7mvgVxSoCh33U38oX8RgLxPjFCoRP6QGUsZQ0wCWMkFTNgZtv1JxQObTkuZb17s/8AbjxyYz4xx0uTyjZSqeAYierfC0OKRYJXHQsFgettseNxFGMVEzSEWJUUoPKRK7YMOnnMOHIPCTdrs+9Okj0zDrUUg38wdiDsTzx7l82ujh5ZTq/RKzSPZUkNqXfc2geWNP0XIusGtmlncFaZ+5DiVshkSEX9Iqju1j9iTPMMYgSMCXxk2TCGnzeCmFvk24jl2pdzRDUmTxsradTSVGu06hqKreSo0g2gmr8pObymZenRZia1AsCwBIGqJpzpvBA/hgiZnFHhHDcpQzCVv0tnCBvCcuwBlSpDy51AyD5FRiLKdl0nvKecp1NN4q0iWJifEdZGomTtz54SWWquZ2ORHLsCPcfpA1XsfSuNRkKrkaT7LAGbRbxL8cE04ZUZSoTLsAgEGkF8IYMFGlltrOrSB7V4m+Hmpxqr82aRyXeiF1zoDJ3bAjUULJBBgARZeRwu0ezmdJUo2VNMowKjMMCwYWJ+aswsYvecAig3zCOXIwBofAfSBE4IaLpVFGgrC0Ia6RtKsoqQUPSIN8EeIZ+sSCaVOSqsSrMplgGuYJMTub4IZzsrnn7nVRod1RjVGY1FhILW0CbA2mbm4nE3aPssWqq3dhUpftHQiVpmYAE3uIG8SfQkVNE3A7WiLVfh9ICzfEKk+EP6itF/TTgRnu1VSiwBNUWkzV1R0MaR5nnythjz/ZzMWXKq1TWAYDgERDagWYcjBH38kziuTrJVcVaTKwNw4g7eZgxtIJFsLRhkG++Iav3aCi/Pm/hdR+HaivSCpTpllVVGpnkk6RqMqCD4pgjcRj3Cbw+vmxTHd0GKXIPdAzJJJk3N5xmGHd5wP9MdQP8AtGXs7lcrkq/euyVSqMEFOnUkMYEhjTCjwlhv9I4sVO1VV6/fMvgX2aa+1uDOowvL/wAbYx8uqKSXpKQNppg/aB9+E7tDnjUcKHimpgkFo9+kNuRAMG99sR5EbIbevv3yz8vhY3yff/iM3aLiOWzdTv69KrTIpqpAIKmGY3KvquXiy7AX6UOJdochVYPUo12IUKSrbwABZzAA8hJ54DUOK5JIFSgyW3MuPjM/FRg7l6OXIDJTpEciEX8pnFeNHqrEB2wJ+1vjKY7T5SmIoZeqpP8AzVBNucAg/DG78bqrEZdqpa8sXYC+5CIs3v7sHKWkUwwESzCwEWCnl/FjK9QBtIJ2U36lVMfaBg2xgG2PymLq/wBqKa9sX24jnnFsrRA80P8A31PwxYyvAuJ11LKaS6LhCEk/wDSwJHrPTF1eICRIkTthuy/EaWXpd+xZFQSwKEnluBJEWv54HLjPVRcT+b5qgJy9jnW70tWcmlTepBZ1UqohiqkLLKWWJG4nlejTqKxlqtWmDfSWZyoPKbBj1ML6YbuL9qAa6VqqqtGquZRRV2dHNBm2K3BEG5iRJJmEvjAUVHZL02dyrKPDGowFbYiOc7dcPP8A64vrf1mYc5bUk+n0l2qcgW8dSuDb6NMg25NqbnJgnF2jwbLkAplc5VDXDKgg+hRSCPTCkHVrHbnHLzHniSjr8dFvFo1QCJ2u2mbi0taOeIzU6q5n6Ru/QFE6eHVoXnVrmmB7nUYr5HtPltmytFd4YxU9CZg/YcCOGcIpOqtpFRm1TTXUChBgaoMkMDIIsL9DEvFOF0hS1fsaiAAK0zUvBGncECTq2tHMHB1Qv6SdspZ9pJ+J+s8z/bfu6jIMrQ8PPuqPSdjSODuT7R1qtAFVQagsqtKlckhdKqKQn6XOdutlnI1vBLKW0kLvFiDHI9D9mCQobOlmkRPXcaT16beuFNyppfnNVWGQb391Qp+t6gMExFoIFotG2Gjspx1mVg5mDvz2FvSxthdrIuaWnV8S1CGFVtDFfBA1ki+ppgKoLEqQBtgx/wAB5qkCabq+8gEqxgwIGxkGbkYzT9pYYg1A1L4mQpwGjU3FemKWa4i0b4GUOy/EImwP1WqKT18x9uCfCcvS1FK2pngQD4R0IkW1XFiZubC2KsubYhYg8Tl9mAau4r8b4xoGpiT0E7nC4O1WZZwBUdBySmqn4SQSff7uWHntZ2TWvTLUgaTUlaoFYHxqQCdU+JWGkwCTEmw1ThH4UzU9RC0qgMfSAK8gZI89pG2Ik1S5gSpnVwYlr1l1e0BDEPVq6l3FRAR8Axxfo51nUMKCMrGAy5WvBPQFEAJ32PLFCorll+YWKbatLEMDYSrAR4ZExOHnh3a2gKYlalAr9BablQNoUosFRyFjHIYzd5H5/WU5d6cqt+76ROPEaXMUARIN66kEbiGcQfdiShxikr6bUwDLsGJER7IkyJErIIN4m8H3tBxJMxUeqtJUiCG0Q7kwoZ+uxIBvbe8AVwzLb7333+q2xAmedrkxFtWMFeMHVbjhoiifCz9ajAvEKjL4QCGLP41YkM4vAARhAIA1XsJ6D0UgBs/92D+IxazfZGlXyhqEgNRFVmOkSzA+HURN9FjH1EgYV6PBUmwCt5WOJDlxuT6GugMb+HpWPag5HXkiHFZQZge+iPwq484/xKpWUBAtR2JldJWVVGqN7VQggKjEibiReYwFqZRlMd46n+NhH22xlB6tKrTcl6oHeDS7sRD0qlMmbxAc7Yq0xRXHSvZX8zdbidsZNG+g5vrx5Rl7H58V0CyQ1Q+Fms4IsVcgAaWOrTBsYO7Niy4qS1/Yu01WkDaSOQm07YUuE5bu6qEtoAN26C5PP3+sYP5DgL9+cwz1K9fM09K+yNIcKCWKjSro2kHYe02m2DOlx5MzOv6D0HP8TknNk0dJ40L+yITVM1yTMRyipUj3X2xmGHhXe06KpmXNSsshmCm9zp9kQTp0gkbkE4zFH5LD6/E/WD/5PL9gfSUeN5XheTolzlaNRghdUIUkgc5ebfkcQ8JztKsHpPQoJTdVWEp6UqSTIuPEBIG1iORMYJVxScg1KI1KCoJW4B3Ct09I88Cf1Pw9F0hxT0hdI75iy6TIiXJA8uYAEEADCxqF8vlPbGYUSZz3tf2H/RK0ICaNS6E7iN0J6iRB5gjcg4G9n9dOq1KRJUsoJgGBy/eIEe70x1HifF8o1IUiRVKEFS1PUJmNmUL7LMLiPXCdx+qO8y1RBBSrpstNQFYXtTpr0G8xfqcLbMEfjxnRx4WyYqZeehhvhaMMs/eFVOpyBPKKQ+Mzirnab/pGrVTCakJJa8AQdINpiY5SBgG+aqRcuY3knliqax8h64ofKjdZLj0eRWsTouU4rw+ihprpYuwOpgWOrVIcvp8I2tYLewxZz3FUp021xoKmxN2mbDzI5efLHMwo5vPoPxjHjU0WPBO+5+PXDE1gRSoEVk/CDkYMWqWuNcXGYWitW4oSKfsyAQFIOlRIhR8MUKWY0KFpghQIET95xuM27FkoKodSouOs7GfvGPM3wKsEZu+1MntIFI9YYWJ3tAmMJ7QgAHgRxGnxtR6mUOIUHqC8C+5PriKgD+loTuQJ9yaSffE+/EAb4+e+CWYpgZ+kJF1S/rqGMe1HuMuCqAGHmJey/BCQD3G+2rnzgajv5YgNAA+wFI5BQL9MP1Dg2YA0u1KimxfUDqjmoBmZg3wO4nwTKyT+n09ZudUG/koIP34nC5D14g4NVuY7h8jE3MCKRt9NPt1fkME+G5fWunripxgKEYI4cB6fiAIB9obHBPgJ2PTFGD9Jvzk2ta8o9kZOE54ZWlqKqrayCdOqZ1EMdIDahJuOvpi5lu3ot3gBAM6UUxH9s/COkYE8Wq6stMbVB9xwvUyGMC/+yfuvgMuofG21YzT6DFnXtHJu46ZntvqBCiqAeYKyOvM4B8c7RGqVCqUVZBGr2pINwANtPU7/ABGJkahNkafIHEzcHrPsvxYfnOFfmMzcfxKRoNJjN/zKvaHitQLTmpUCPSll7xtJksplZ0m3lgx2ORRQRi1NPnWap3p0kgBNGiR4hGva0scUs6rUjShtLrTAlT+82x6YtUO0eYUXqah0YA4ZYAoyZ9Ozc46jg+To165q95RdYBA1DWGAXSIsfbUG++2LHEAmoAhRP7ik++QcLHCu1tXvaaBaXzlREkIBGpgs23iZ3w2k0Kw1Coj8tQWuinlZxKn3HC82FsuPaj0bkbF8LDf8oudqckummJSmrMRqaQtgN9IPWNsCaHBqc+DOZZ25p3iqfiTO0jYWY4vfKNU00KEaAkvpKPqBiA14GxGAFDhARQaqhnYExM6RA5KYJCnVJt8MMVNgo/fEerl0F/fMcaL16OXK6EqKWYtoIYkERAABhd+sCBcDAnjXaFXBB8BkSdImT9GCSfaJMm488LnA+AU3zlEMyqC4IIgsSo1qscpYAGTzOOlVqdAVCGSizsT4HSmXi0FSw8V9IgbT5YALiwv6nmS5e41iIGVqIrItd9IqH6IHhLgBUuSSsgbDdjY74OZvgwohfAxJLxALHSIMkLMC+GipwymVYrTGqzDSqjmN2I9q8T78R5el3tOlFQ0xT1KAw8LJAgMZDTYXkeyd5nCNTkVmpZRg/EMmMAeA8IvcN4tk6dAuZNRtQMCDEkaVkiDCzyuReIODtLi7UW0NTDafDYwRHOIIYzPTc4oZXsM9XU4zFIKHYlRSa3UTriIO8c9uWLubzqM5DRL8zESbaZ8uu3ni7BkGNQGoX09ZPrAuR96sWvr6ek3PbCitiKgjoo/zY8xvmOC0mYkgCYsPTHuLbnP2wXwz5P61emlVqtNQ6hhZmaCJEzAn3nFjO9iKGXQtWzFQ6RqIpqoIH1jJIC+Z6HfBXgnFmXJ5eZPzSAn3Dyx6k16gJVQA4YAgEFlIK1Kn1yumVnY3sQCFogKg+ktzavKHKg9DKXFuxOVpUC6ioW0uQXYyIpu4JACiZUWIxz7jwVaaFX8Qqp0sDIJj347H2iXVQYdQ4+NNx+OOGccMUZ6Mh/6hjn6pR2qTrfh2R3xPZ6SzmwRW069atTZuUTrUHbyJ+OPBRXGVl+cB/dYfap/DGd+B8cSHwnWIon2yqo+/G2aEAYiLm+InnDBAMJ9juGGvmqikqoZC8kxAXSLn+19mGROD5GhDvm6ldSTApAMpI5awNJ97DC/2L4VSzOdSlXQPTKsSp25D43+OCvavs9WyRVFc1MusMkxq30+IASTylbGdhiwWVBM5DYMLagIx9fjcq8Y7X5TS1OjkJJBGuuQSOhCjUPeGGFfOiM9R8xT/AMTDDDX7G5quvfpSCIFNmOm0kyLRzwDz+XJzVF5EDuRE3u5vEbYN+evkZSdipSnjcPWMNfsLX7sMHWq4ClkNo1XAV3bSx9dMwYnAKrRdSVZSrCxVgQQehBuMdfyuSdU0MVYCIaBNrDUCYbwmJkRpGFvtTwXLvU718ylFtKrDFTOkQCbg6j67ADliJUzEkMvHnJtPrG3bXnPM2pFJ/wCKl9hb88HOAXgYF8XChHVHFQBqZ1KDBuRzwT4A0QemLcA7p9sTrWvNfpCfG88+XoSgRmZwAHEjY3jrbFzgva8Ll0SQ1ZwS4CEBWidiYZAAFsbkTabVe0HD6tagulYIcNDSJXSbi198LmSy1SnVXXpiG2I+qeW/2YXqV3L6TdPjTJQY+MdK/a1lULTpqp2BkxvI8I3368z64U+K8AbMVAzUmU89IKqb7w1h7oxmY4iimdYBHmMUsz2iqNPz9SP3bfaAD9uJMCkWTY+/WXvpsaEdmo95Mv1kNLTTcrKKAASDC8h6b4J9lOzNTPd4VqBBT0ydE+1NhBAMaTPSRhOzeYIjdtSB5J5Gd/O2D7itlQdNWoniIDozo2kfRlWEqJn1LHnikd0ktPG3WkNEff8AMaOL9mkyOmp3jHQyhiQngYwUITeD1vEYNdlc2K9KrSDaNHgphRBFKIR1XaOXMWHXAzh1fOBKlQOWrU6WpzUAfVpPhRVMeL5wrM3nrGKuX+UKqSDVy+XqkbEKVI95L/YMe1GNBW4kThpp82ocurXXHWS9sq70FysFdSCrfSCDqKGQGEe+MLtXtJVdWUrT0wxOlWVrAkkaXCzb6uDPG+O0s49M1EqUggYHRpc3I2kp0xrX4Pw9qFRaGYcVyvhNdWA81lV0AESs3iZwxcik8GXrhZFUMp49L8Zr2F4xlFYipFOoSClUxAEezLWQ+u8+WHfNZVToWo4hfFTfSZ1Tbxg6Qec85HrjhTppJFwwMEe77RvfbBTg/aHM0B81VZV+rutv3GlRPUAHD3CP+oT2fR9od6nmdZysOzSznSWEgwt7EAC0TyvjTNVkpkjVUlpEBh9K5sbC/MC2FDK/KbVECtSR/NCVPwOoE+8Yst2qyVZ9TmrSay3Wbeq6oHnbHmVSOKuSppmRv9RSR6Q7luMKMu601CQoIAPInmbcsAa1BnpnxBQYXUZPiYgKqqLliSABzJAGCmXzGUqArTqUjIiFcTHSJkYjHD3pKVhnQkOpEd5TcRDKdjEDztzxFqtM7045r74icr8kIKEu1e0CyZqIh5q4hh5MGAIPqMZgVnsitZzUqfpTO0SSVEwANgQBYdMZgRly/wDL/wCf8SPafuppV7WJl8jTkK1RVOlDURWYd4wlVu+kXkkR4DE487MfKply6rVQ03YqqhGDAloF2OiCDY2I6E8hnCuwi8QpJWepUWNSaFGoLDMOQJub364YuFfJymV8amsxEbQJja0yPhjoYSQgB8pVqUXtWrzMca+bFbLq6ggVApAO8N1+OOHcc/8AbN/Y/wAS47ZSrFqKkyPEtiZNnAuccX4yk5Vx+6PsIP4Yj1n+4nt+k6n4X/t5fvzkmaeHTzDf4SfwxXqPibOG9Lz1f4GxXZMSgTt5TzMRgdziN/LElELqUMSFJAYiJAm5E9BeOccsMWf7DZijDoaeYS22kGD9am7fYGJM2jfDRIM2cY+sGdlKqUsyalYVO7p03Ld3IaSIA3G+1zzGCHFflINNi2WyQQiD3uZZ6jrI5pPzZ5e0fwwLy/aJBUBppqWwJYaRCwwD+JgWDMPZJtp6E4g4hWuH8YeSY0gK4JJdmiUeSd5tBsZs9HZe6RPnMmqfLlBVb9IN4p2wzeb/AG9d3B+iDpT+RYU+8YKPV7ypT1DQytRKko3jUGRpMwBqFSTf2QBscU+Edja9cA06TFbeLZfXUSAf7MnywU4kyKlFDbMZeslFyKgIZNVZh4IBUy+9/dhnXmdjKwVVQV19IJq5zNVGio9dmb6JLmf4VFmH8IwZy/BEBojuyA6Ui/mxRWa8SPETYG3lg1V1HIjKq0JAFter2g28zyj0wRVCUoe0Y0k+20Qun2jJ5QST63wS4ybsSbJqtvCxDp8Jas1WlRAnWI1GwVWYyTcxA8yfPB3JcLFIhe8VyN4BHwkXxvwnhNehWNWkNck2IiQTMAmx/wBMXKmWrK2oqoV9yCpi8xbnbliVnfG4TjkxGpyHI4ZORX1kva3LD9Dp2II0Ty3H2jCElFFN1kbEfhOHniyHuVDU2fxAgSVvFiT9WMLtfKILItMeoZo97GffGL2Uk8CNwZQmOiepg6nURR4aCE9Y1X5Wi2IKuQZ2LFGGoyTYD4E4MLTYrHeR5LYfda2PG4SpHtaj1Zjb05YAox6iGudV6GDc5wl/AQJUU0WRBuJ89rjFnOdoHzK00ZWHcoYLOGlXIiLeH9mbEnf3k1lcoqhfFeAPCduUWM8sVxl6VPNKlLSVc6TK2/Oxv8euEMFY1zHYchC77HAJ+XynQuydAPlQ1RVdgWhmAJHoxv5W6Y5pkaDMo0gmFBMAmB1MYduHcQr0KZpKq6eu197EgiN7ee+I+FGjl6RAMMG6g8rCQTsOXmepxmvPcUjwkWk1Y0yO1XdV84qJg3wXhiWq13SnSBnxlfHHKG3Um217xiPiXDQ1VmowVYyFkWJ3AEyfFPLy5YqdoeHd1lhqPjLBm99onnAA/mOI8eFmYWODO52y5sfcar+IhDN5HI5jVSy1OtWcD250InSalRSfOymfPFFvk7K0/DmEapeU0NAmIl5Mc/o3xc7FcTU0e6kCoCx/iFrjqQIHoMNtV1CNAgWP3TjqriVBQnMbLkRttn38zlXEeAZikYamTB3TxDl0v8QMUtY1H12x1zK8QprUqI9MHxmSQCfLflGLVfgWVzA2X0YBh8GviFsylip4j8etKjvCcbVQTcA+uLVKUMIzIP3GZf8ACRh/znyc0xqcIFCiSyuQLeRsPcMKNfg7qSdDgcj4W5c4gfA48VYcqY9dVjyeHykY4nX/AK+r/OfxxmN6XD1YT3qL5NY9LjGYy8/mfjPXpvIfCNXY/jppJTpqWhK1dXVVkkO8rAIM3Rpi4kRjoTPIkGQbjHPOwuTl6z+y4LOpidOvUI6GxI2x0BqYXwjZbD3Wx0sdHGGE4Wr4zuPWQZpvD71PwYHHGuOpFKsOgcfCfyx2HON4G9Mcs4zkdffou5NUD4kYh1vDIfX6Tp/hR7uQen1gnMG1E9f8n+uIKhtPI8+XxwZpcH1U6MvpKAe1TOkmAtpMx0lceHglUOPnomJJLbdbSGEcpvhAE6zsWPHlF9zhq4Z2geqgoNR70d2FYkTBuNTRcLp52Mi3XBng/ZjIll7xxUcwNIBpqT/APhEx5YYOI5rLUqD0qYABUgCmAAD1tA9YvikafeLNccj2zk6nOgO0g38Jzqv2cUakDCGIYyOYAJJ030gKdQAJGgTBYYd+EdlsrRoiqU1xeXBZlPmsWMzfSDgLVzdMqJ0wYsYtGkbbCLL0sTJgDBnh3EiuXU6tKTIMX9wHrYG074TpXd35E5rYhisg8yXM9oSbU195/AD8/djmea4XUfiBqMhOqqGkoQNgdWs+ErEGB1w35gqwAXVIZWDE3lWDDwi0SLgkyJ2wVXKisqqFXVChRcadV4MLdbzfcNbYDHWIuJ3FTNW4SoAgBtj4Tp5TuZB9IXENagBp2XcQ6DmL6WMx/NHrhsy/B1gBjBESQecDry9QDiPO5GnSUtUchLAkxF+V/wAsL7XaLYEe6YRuNdYm1aj0yGvcgajf/q2PLBJc3Tpg1KhUKLqgF2JvcbepxU4l3Lk9zr085sPdAGFniWdRWKECFtcnmJ674iyaBdVkGQkgeI8TKkzHGCo6zbiHF9Q+qkwBPMixI6WF/wAsDMnmxpqNoDPGqQql1QadR5lU84glh0JXarUpOZIPIGG6CBvPLHjLTMRIItJuY8Nv+nl1OOs9gDbInDftmtDiFMJOnrqkAkbkaCdzAi89Y3wQydbLd0C7apB1QraqRloMBwKw0gT7IUkeIzGBVTh6tAFSANvCJ57kG+/TE+XyKqQWZWVQCAJlm6Py0Acpvhp2wqaEqFJKaLU1a2YahIIKiTANyCSoDAiPa8pwWynyf5hClQUZLAMGLyBIn3b8xhWzWd1Ezzn/AH64LcG+VEUzFermqp8KG1PQii0oFKjpPhm252xLmAIFwmVm7gv6x4z3ZVVUd07VH5zAB5ELYR5XPPC5Vyit7Sg+o+zDDW+ULKLSp1XqwtQ+E93UhSDuVCErYGJgkG1r4J5LK8NzanusylVwNTFKi6rndqfK/UDALR4nlBxrRHER8xkda6Q3d+zcbAAzB2tG/lhU4/mC1VwrmHcp3bgKQVjSVvBELpIMFSY527EnZPTpek41SCBU6zI2HX7euKmYyOaoeJ6SlUY1JU+EHUahJ6rqvcDnfAOCDuUXKEzHgXx1nElqEEG4IM2sQRzHMGcNOQ7csU0VpcAjxCA8cwT7LT/ZPriPjCjPVz3FMa5YvUEIniLP4id5YtBJBtABGA/EeA1qI1MoKX8aHUttwxHskTswGNLfGdcd5QHE6XQ4rlsy3hdSxJhW8Le6d/dOLf6Gy+yT6Hf4/njjam3lgpke0mZo+xVaOhOoekNIA9Iwpxjf9QkzaU/sM6lVzdR6TU116kYFlAksjCAfDuoYEEeYnliqeMMq90QeViLg+SxMwRa0+/Cllu3dQkGpTUkbPTZqbD0Mn8MEqfbnVvma1Izu1Ckze50UmOUkA4UcY/YYIGTEKZLjUOztL+lqUkqc13jpO14jljMLaZ3JES2aUk3JZ4J9Qb4zAfl8/gV+clOXP9iXuxefVDU8Dur6RKKWCm/tRtYzg+eLFq25iSTeQccl7O9q6+VqB6T6TsVPsuOjLz+8cjfHSOG9vaGaqIO5FF4ltjLW2IEkC/rIthLac5dgVyu2WavCyO2XbYPyh7N1QZTdiGgC9xuJFpHScJVPKA16+uyozOwkToLtFpnxEACYn7cOtbOUmWNYBIKyWAInc7gjy/DfCnneAUtQ7h6ZeFQMWP7NQdKMy2YggAGJi0ROL9Tg7RRzyJzdPqWxEgdDxBLs1ZyzrAFlEiPcABBt0FziJ6dLSafePKy4CtOm3iBJDAAi8dV5SZ9z2XrIKikEHbwkGANzYnfxX6RijksnobSfDMgqRBiL2N9pxDQAoT6lNmzuHgSPieYqJp7oFy4MLpZn8J8WgIsWBUyep3xfXi2YIXVl4MHUPCYIZhHiqD6IU9L/AA2XKd6VG0GUePZMe0hNg4IDSZ22mMa0+z4/rGYR/V0B5T4aQxdgI20JwfxBcnamzx4SbJZjvNWukENtJCoJ3uSHcnlsRuYHM3WfulLKGmyhVN2ZiFVBsJLEC9r3xOhYrTV2kUwFE+gF/gMC+PccWhVoICurUanifQPACQS2loG523AxTix97mQO+xZY4TU+er7qy1HRylQDSwVaZFMhRazbTcmCLjDN3Pg1LZtNmWxIuyg78zttcxZiCs5fiq5kiuoCh0QxYGSuoz1M21c4w0Uc0hpJ4l9kA3HKR18sOcLfd6RFkqCesmpcWqaQG0lriACRz52O0e/FytVdqLMobUukrEzJYC2m/T4YDCsuqxmfO2GTgnEKVOdTqABaWBJwuYIN4f2KqVTqrsVBM6R7R53Ow+0+mOV9uaYp8QzNOmAFR1ABJ27tDY9ZOOudou24pITTWo/ICkjOxPuEKPMn8scY4rQzOZrPXOWrqahBK925iFCxOkTtvhqUDyYxbPJ6QUXI2GrykfG/PHjOQR0MyNJnqBIsI64t/qPM/wBRW/un/LHn6lzH9RW/u3/LBmjDlY5iLzbzJFvOeePaWbvIOof6jp6YkPDK4/oK390/5Y0HDqxJmjWgX/ZVPs8OMM0dZHmMzpWfh+f+/wAMCstS1uoJVdTASxhRJ3Y8gNzi5mshXZr0aoA603H3jGv6vqDdHHqp/LHPzPZqdjSYhVk9Y+9puzNMcNpacxRXuAxCxp742DEQx8ZgC8zAgrJlT7LdpnyNU1FQNI0mbGJBOkjbYfDAggDpOPJGJ93iJWmmAQo5u4/8V+WKu9PRSpLTup1EyfCwYHkN1H24h4l8qWczuXbL1RTUEqS1MFSwH0WBJETBtG0c8I0YkoPDThmNzuqYmkxYyGrpOs8IyfzGVNBCUqUkLFVJDVYK1AxH0w4i+wgbCMTdn6DCvV1Iy2p+0pG7tIEjqPu8sKXZDtIKYNF6tSnTqGzI7KATYh4Ox+ty5226FksmtEjxOWdqYGty1g0+GTtBnA49OVzb7kupd1U4yOD4xW4n2ZoVHY6dDEm6W5/V2+zALP8AYuqgBU6lOxKsLbbgEb+mH05O5PU4MrU8NPSCfm1UeRi4JHnM3wGqydmAQJMubIvFzitTI1KZIZCIHqPWRIHvxiHHWuIsj5rSsHQgQkeVzPvge44r1+z9B/apIT1i/wARfC8SnKu6Px66x3hOX4zHRD2Hy31WH9tvzxmC7B4785j9ZyQ4bezuXVsq7lQXU2YgEjwjY7jHuMwDdJdk6H2S7lGLETeHi97dMMxEUXIsfD/ixmMx058iOsAZWs2phJi1ptuOWC2WYhtIstrctumMxmJiO8ZUSdvuhfLZZCZKqSbGQLi9j1wSy/DqX9Wn8o/LGYzFSdJOxNy7SyFL+rT+Ufli3TyqDZVHuGMxmNgSwmXX6q/AYlSgv1R8BjMZj3jMElGXX6o+AxutBfqj4DGYzHp6eiivQfDG3cr0Hwx5jMe8Z6Z3Q6D4Y87peg+GMxmNM9PGor9UfAY1NBfqj4DGYzGGZIzl1+qPgMRPQX6o+AxmMxk9Imy6fVX4DFSpk6Z+gv8AKMZjMFNuUq3DKJ/oqf8AIv5YF5rgOWIvl6J//Gn5YzGYyGhMB57geXUWoUR6U0H4YzhJ8VJfoq7BV5AaDYDYDGYzAypWJXk/dQ/S2GKvEKhAsSLcj54zGYm1H6ILfplyhRVVGkAW5CMTYzGYevSe8JgxmMxmCmT/2Q=="/>
          <p:cNvSpPr>
            <a:spLocks noChangeAspect="1" noChangeArrowheads="1"/>
          </p:cNvSpPr>
          <p:nvPr/>
        </p:nvSpPr>
        <p:spPr bwMode="auto">
          <a:xfrm>
            <a:off x="63500" y="-1571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spcBef>
                <a:spcPct val="0"/>
              </a:spcBef>
              <a:buFontTx/>
              <a:buNone/>
            </a:pPr>
            <a:endParaRPr lang="ja-JP" altLang="en-US" sz="1800">
              <a:latin typeface="Arial" panose="020B0604020202020204" pitchFamily="34" charset="0"/>
            </a:endParaRPr>
          </a:p>
        </p:txBody>
      </p:sp>
      <p:sp>
        <p:nvSpPr>
          <p:cNvPr id="3093" name="AutoShape 35" descr="data:image/jpeg;base64,/9j/4AAQSkZJRgABAQAAAQABAAD/2wCEAAkGBhMSERUUExQWFRUUGBgYGRgXGBofHRscHxoaGBwYGBoeHiYfGxkkGhkYIC8gIycqLCwsFyAxNTAqNSYrLCkBCQoKDgwOGg8PGiwkHSQqLywvMTQqLCwsLywsLCwsLDQsKSwsLCwsLCwpLCwpLCwpLCwsKSwsLCwsLCwsLCwsLP/AABEIAMIBAwMBIgACEQEDEQH/xAAcAAACAgMBAQAAAAAAAAAAAAAFBgMEAAIHAQj/xABKEAACAQIEAwUDCAYIBQMFAAABAhEDIQAEEjEFQVEGEyJhcTKBkQcjQlKhscHRFBUzYnKSQ1OCk7LS4fAWY6LC8SQ0o0R0g9PU/8QAGgEAAwEBAQEAAAAAAAAAAAAAAgMEAQUABv/EADYRAAICAQMBBQYFAwQDAAAAAAECABEDBBIhMRMiQVFhcYGRodHwBRQyQsFSseEjM2KiFTSS/9oADAMBAAIRAxEAPwBwr8KpoFLD2iFHrBP3A++MQfrCjOkU1gTYXIjcmP8Axgp2q4a+ayumgwSqhD02DWJggqSNpUsJ5Eg45ceB5/Xp0V9dx7DcxB8e1wSJmL74jzs4YV0nR0qY2U7us6LleGU6klRsYPwB+4jArjHBi2aZQ7ooUGFaLlmuY3sB8MNHY3gpy2VC1jqqtLOdxJERPkoVZ/dnnijxpyM40Akd1T5eb46OlskbutTk6zaAdp4uB6HZid6lX+8bFX9StBvVBABEu/Ujb0FsN/CuHUXTVVqOrlmt3zLAkhQFBAAiMUuJ5QK7CnUq6RYRXYkzTJDLNv2kKRPnYYecvP6ZMMRIvdBOU7M6kBL1JvtUaLEj8MXcr2YVTJao3kzkjptg5Q4ZlpbVWf2vD/6httK/v/W1YkpCmtQJTYusrctqO+2omTgd+6xULZtI70pJlMv3SsVLMVBIXqR6fYMbUcjl/wCkUqPrA299reu2KVPhbMiuhIYqNmKhrcyLgxzH241pBmJRgQ0XWpUqtbrGoBh8cfOtqHVtxND2TurgQiGP1RlSCUhiByKn42xT4TwikSyuuyowj97VMnnsMUMlwNEql6erVfVB8IF7ee5hbxOCzIe9Om3zVH7mw9NSWxlwIt8CBwqniTVeDZVQZsQJuRiHh/C8tUSY5xYjoD+OFntnRNClWzClQwRCdQnVBKqu4tLG889uRi7Hs/6VmaYICqEc6RF2LC8k7BYwB1Lg0R16cx66NWxlw3SMb8IpCuBp8JIX7GPxsL4JfqDLdD8R+WKuYQ6V696v+F8a5nLuykays88NyZ2WuOokyYQ18+MAZTi+XOcOXqU9KMdKvNw14VwRcMIhhaTFxDE9xLglEaQg3JmY5KThHzwVOJhGPhC5UBupL1tjz8TL8cdBooda6r+3/gOBxZmL7T9+MdnwoEDqK4/txI8twnLmkjspkorGOpAJgR9mKXEKWXo0nrNSfu6ZuRPs2v7OoG4kRa+N8uxWgrM2lVpqSSYAAUGT5YSO0nBActXIptrUAgBTYl1k6RYHcTGze/BLmZr46T2PToXVWPUiP2T4fla1BaqAlXXUvmDtYicV+HcOo6SKguIgDcyAT9+K3ZKg65LLgyIpJIIgi2xHLFvO8OFR2EkaRTgjcTTWfd5Yzt27MkdbgNgUZNt8czKeToEyabafXxDzgi4/3fFunwvJsYBBPTUJ+ETOA5V0Ol9YnZjWq6T7gRpPlOIs1wKm7BmHj3ApyJ87knn7RPPzxMNUycMbPsjRp8bdTQ+M849wZZAQsoNYLKmDGgmJHuxV/wCFv+ZV/vGwa4k2ilTLbjMqD/dHFXiAVstmagrOtYKxpKtRhsgI0ooaSTP0WvyO2PoMLVjBqcTMt5Nt1BT9nYdV7yp4o/pGnntfyxBw7gbVCdTVAAFP7RuYkiecYK5imTQrFatZXVGZZqPIYavAgUEuY0EHQ4nUI2URulQkMHzCqWpjRLsyjVFVidIUxTOpQJuD7dkDO1H9MX2J/qm1LssJHjqfznF79RL9XzxdyKaadL2mZkRnklocgahcmL8ptgvQCEX5qvLyM4VlNgGo3EKJF3Emm9PSSqz0OkGR1k7WvbrfHtBabuEZQCwMQImD0Fut97c5ESJ2aZW0KfZECYnTy5f7vifhvBCtZWJnQZNzA3mfMgkXv4vXHBxNn7UXfr5T6LKun7E1Xp5zKnA1nbGYO188uo+x8ceY7HE4lT5moMUMoSp6qSPuxfpdo82ns5rMjyFepHw1RgStbG3ejE9TtEqeojt2T7d51s5lqdTM1Hp1KqU2B0mdR0i8TuRzx2lKRd2Us3hjkp3LDmp6Y+cOzdYDO5Q9Mzlz/wDMmPpbJ/8AuKo8l6/WfpjGYgrz1P8AE5mrIDqAOv8AmQ5jKhBvJPIqn4KMeZbLlyQdAIv7B/BxijU4kDAIPhsTMzEnn+eDORyxHibmIA38/jthS52bIQp4EDapHSV8xkgglikfwv0J+ueQPwxXFVEYQUnUQDLASsE3uIHMzAIIwTzbgaZQsCxBhZjwteBPTTe3ixVWqZvSXUGIEC+5htUQJhTvz5mAbO0bzi9i+UrLmRTQgFdNMCYYmBBYXFMyAATbaMZmFWpZwJU2hyGm+x7sG8G+xg+eCrUUJkhSep0zaPLyHwGMbLKZ8Kkm+w3tfbewv5DphVL5RlnziLQ+UvLaQBRzCiNgKP8AmxOnyi5TVq7vMLKqu1PZZj6Z6nHEqHEKqgDVta4HK3ScTjjtQbhT7j+eN46VOh+XX7M7UO0mSzRKd1XqFhdQgMjbxAWIvF+uCmSaihJp5ashb2iKaAmNpO5/1xzT5KuLGrxAU9IE0qlwemk7Y61wtdSMejt19wthZI3AVJMrDG4TnnnrNdasP2VWdQafm5kCOsRc/HG1WiHiVrAjYqVBHvUgxt8MTZnPpTG0+U/nzxPlK4qIHX2WuJBuOu/WcM9oiunSCVo0ZU93UZi5pgsFY6hqJEtJ+ib7Wxf03BNOoYnnT5iOs7HHlfL6agZKQYwxnaGgdTAJEiQJ25ScY+YqxamJjmRAtMefqOo3vG8eAmEk9TNFy8IE7uoVA0wTS2iIN72wMzHCctRXvGy7BUg/0RAvAhdUCJ5DBb9IqEiEAF7sQOl4EwIkbzPlcjO0mZf9DralgaCSehDrFvMSfKw3mBr0ENCbAsys/a/L9Kv/AMX540q9scsrMdNQE6ZHg5CBzJ2xz7v5+lGK2ezEsTq3/LAgmqInQODCD1M6JV7Z0GBBR2B3B0X+Ixd4ZnV7oVETSrGPE8tOrTfwHnHM745L+sCNiMdG7J1tfDUY7is0+5ww+yDgHBUFqEm1hx4sRbHdxkqZMuAGRTD6/ab2o0z7I5HEg4Yeij3N/mGLOZfRcST0i3qZ2GIKPFgz6QF5TBBidsOGUrxciKqTI8xw+oqyoUkRbS20iY+c3iY84x7lsmzai/hE+EBVB0wLkMWvq1e6MEz/AL9nApqdPwHvH8ZLASIJIeTEb+Ob2GhY2ue8+c3aPKWP1eB9M+8U/wAExq/DJ/pKnucD7lxFl8gndCmrtCgCSxBBsRKxAOxiPvxKeGLMyZLapB8y0WGxJJPqRtgST5whx0nO/lCpPRzCIlatoamGhqrm+pgYv0Awqs5IgkkdCSR8MdC7acEpmpTLF2hD9KN3Zj7Mczhf/VGXH9Grfxy3+InEr6dnN7uJ28Gux48aqV590We7XoPhjMNa0KQEClSAHSmv5YzCvyH/AC+Ub/5Uf0/P/E5JW4tk2HhylVP4c1P+KicRfp+U/qczP/3VL/8AlxY4fTDOoZEIn6o+218Mxo5bnQpfygYvDek5jYqNBpR7CZCjms5TWlTzAemVrXr0isI6mT8ypNyLC+O7cN7RZSrm6qU8wrVAANGlxsSSVYgK4BMErMc8cx+TtqI4gvdU1QmnUWRaRGuI9VGLnZbIA8VpAk/+n7xgVMgssUtPkIdj/ZjCyysV48YjJhuyx6ciU83xTMnMZijTkkvU0AC8HVB9Nr47UAI/8YWanHMpQpHvDUUIDrISpEqJYWBB928GNsQn5VMhBIaqYBNqR5CbTzwQCVaeMjwad8ZYkkxmzlAusK2k9QQOo5XMTMSJgXjEdLJMC0VWAIAAkHYu03Xfxx6It8Cc321VDbLZmoJA1IKMXAI3qCRfcfVPTA2n8q1AsynL10KhT4zTHtTaA5hhBkGCDjR06j4yns28ob4xwWvWUCnmGpQ5PhLgx4jEgyfEQTyhdIA3wfRb/wDn8cJLfKlR5Un97x+eIm+VVeVD41D/AJce3LPdm/lON57gKCtVX9NyqkO4gjNAg6jIP/p4t5E48Xs4p/8Ar8l72zA++hi7n+z3e1alQZgL3lR3ju5jUxaJ13iYnAipwlhPz6iDElY/HC91zqpRHj8o6fJlwTuuKZdxm8rU/agpTeoWYGk9gGpKLEA7jbHYeC7P/H5/VXpjjXyWcJUV3zTVTUbKmn3aoyhSagqUz3kqT0iCNzvjq3DuOqXZFRQbsfa3B0kQ3oYiR4TtGM/cs5uqQtlDDw63OafKdxyvSzlenTq1FAAZVWfpU1Nud2Jx2TJ5cJSRALIiqLdAB18sLPGsjRfMrUqUgXS2oz9EkrKyAdybg74ZqDyqkiCQCdvxw9lCgVFbieJBxD6PiCQQZJsbiFjUBcwLzvAF7VKbDuyor3hgDKzcnSSTLTeLH6NsXc0ZZBp1Xn2gIjnGxPSeflJFU7D5oy0sfGwM3062A3AEi50x4dlnBBkPCa65cJl6uZ7yq5YrqaWaZaBImwBgcgMWO01ItkswAJJpPAMXMedsaUMmjVFc5chqYlG1mRIBmCQNRLVAZ8Xhk74uVqwqUqylD7DghgSCPEu5sZiY6ETvjGSxCRtrAzjxkCBSptJgMKYv1i0e+MDM1SW5JUdBpv6G1r46MuVpqIFKmAdwFX8sVKnDsud8vSPqi/liNdJlH7v7zuHX4v6P7Tlddr2GOm/JizVeG1lUaiuaYQL/ANHSP3nEeY4Nkm9rK0/7JqL9qOuGfLZhUFNQnza0qegF7AaVULLkzyF5J1CeuKWxlUO4zm6vImddiirjBnlPdVBF9DdPqnzxz7s/n2GZMGwRjbyIIU78tR/snDpwk6htYg9NtU8+UN8Mb5fgmXpzopIuqJsLxcb9DhOfCclEGpCV7wPlLWUzGtFbaR5fliitNwSFp0wNVvCRfx3J6BdImIJYgWwSUACBAA5TH4YG5dEyxd62ZEVHAXvKmkA3IUS0SST6wOmKFBA5h9TxLORJuNGhYDLAI3LWP70AEiLaufK5p9f+rFatxWgglqqKDG7ddueNavHsuoJaqsATME7emGBCfCYTUXu3jqr0dTKsq+5AmCvX1wrioh+mv8ww39o83QzApFQtSAxkpsDpIjUOcfZgG2Spf1NP+Rfyw9cDEQhmUCiIPFMfWX4jHuJKuUpyfm0/kX8sZgvyz+Ym9snkZyBM0Nx/v3f64mqZ+B1m2nr6dMVqdKLmwGPKS6jq+HpiFbPWXN6SbLZuqrB1qPTYbGmzKwtHtKQdiRhr7JduWytSq2YatWDomnU7vDBjMqzXBDCfTrhWp0pOPVqySCPCDE/fhlCosidCr/KNlqiVldWIZXSnppsvhKwNUbMSSOfLbHPHqsaZHMqR74xlcbIOdyfL/XG608YqBekLdZudHzXyp5cgRTZAW0tqpknSYJ0tfxA7SBz2scLHaftCmZzK1aCstM00UlwQZVqhsDy8WAgyUwYGNu65dDgQiqbAmGjxCSVDi/QqjAdK0DqdhizSzI529fzx4iDLZz5BIKgweVvSx8sCeIUAxmLGSBG0mfjf7MV8xx5NR8LWkcrwYnfEZ7RJ9ViP7P54AgR6bl5qM3yf8Rp5f9JDOlMuKLIXJALU3LabAnY9MOLdq6Id6hqKStNhTXxtqJQgAwsKJIuWOOS5fiKVXiCoF7xfBU51PrDGbeOYGTvMTHyr8qdcmRRoCNpDH/uGK1X5WM4GA05cT/y3/wD2YTP01PrD44rZ3NpYTdiFEEbnzJAA8yYxjbmFCCFQeE6hwjt9m6xqy1NQlCo4Ip7MNIBIm4vthnyXabvE1rUlYEEBD5XgbmCOUHHMuynDaqd+W0w+WqIIYGCxSC0Ewtt/MYMcHzdPL01p1GTWgM6ZI3YxNo9oXicUJjehuERkVT0jHxjtJWp0mfvGUBt4EhdYHIb6emBlHjuZWmUqV2c6iC02IKg9BaDzGK3aDP062UZAdIqqyK5Fpm+17YAZd1p0BTWpLBmbVDRckgQZMCYiTYe7BMhDWPKIKntAQOKMZBxIMLMDjRmY+Q6nCrw4ureMrFzKzJ8rgQPLBwcWQqwaIIAFj75sY6SMDi3kd+OTdXeEs1CrIzI6tpYI2lgdLSAVaNmEixwTy3GSKeVlVJYvTvq2UkW8YgwN4Pwwo8NzPd03FSohZ3RvCCFENJhYsTcneSbk3ODK1Qy5doYik1VraYYOxjSILHcfV9TsaAm4QTcCdp+KZiv3TJCtRJCqwABWpuT42O9JYJi026a8HzGbbOA13QADTpRV6qIJI2g8r2F8Q57I6G/9w7lihI+bEGXsB4vD02585xJlcsf0oDvKntCT4Zi37vWMMHAk56ztMiNr/hhC+VPiTKuXpqnhLFy1mKso8MKSoaxqcxsDygta5YX1VKpifpnCj2/zOWpVKaVXEOlQqartKsBpBWGiYc2IINrWwnUEhDKNFt7ZS3Sadq81U/Q1NNtD1Ep3AB3AaLg228/TCVXp5ysKKVqqlCQJAGqNUGLQDGG/tVTJydC7CFoyR/BF/KSPfGFruINAF3E/vfvLt03w1TxF5hTkSuOytAkrNclULx3g9lRJIBrenxG042q9icveVrHSNRh5tEz+1/3IxbzvDqBRGkGoqkks+qZEDSFICG5kDe3niw1NhTJOYYlje7mBYABFZZCgxJJsb7YWWINcTNtjcvSLtTsvlASDTYR1al+NbGY94nkFFVgteqRaDFQ8gbnU0n3nGYHtPZGdlFuqhiXNh9Ebe/rizlzqUHFTiJYKJAieR8sXOHoe7E85OJ+bnTpQnrNqpIUkWx7k6YKiPt+2cS1aUqQOYONeC5Go1MmPA2oTP9k+c9BHI4wtUzaChI6zYUlmVKtPMTePJgGHvAx7XOhdUTt9+LeW7L1AC4hmW06lUFSRMKzBmIheQux3xa4r2WYqBSqayQDpKuvTbUApueXQ74A5lrrAwqxouIFp1RUYs1gABcmAegjmb+4Hpi3Togbdb48p9maukqxCnVztsCI3iWkRJHs4mr5B6CqYTS+piS4sxMsDGwnaRtjVyXwZjKe0IUd2amhPXHj0YHXFccWP/Kjycn8MS8Xr1KIpMy02WsutdFQEgTEOCPCfLB3AIo1AtPiDy0NEMdgLCbDbGVOKVfrz6hT+GIzSpMSfnBJJgFPXGx4dRP8ASOPVQfuOBMeD3a2/KS8V4pUFRgulQIgBVPKZuDglwuvmO5Dq9USpbwJSCkjvtvDP9Go/teYxBU4KuZq/N1PEYt3bn7YjEwpVaQ7sZqmum2llCxudis/SPxxpeIOO6uS0+0OZTMtTNV2VWYQ2kEgAxJA32NsTcY7VZhUD06jJqO0Keu0g2tbA6v3gDO1ShU1W1IELSRG4UHacPvYrsBSzlJP0m6tGjSWBXwk+KCJMhvsx5SSajXVQgf3QJ2P7SZioc3rqswXJV6iyFsymnBsNxOD/AGdyLZmhRqO0vUXUTEkxK3Agcvsw4cO+RvKUO87tmHfUnovMmUeNQEtY2F8W/wDgunlKNNUJZKZVQCJ8OrV5k3w4A1UlbIpPEDV+DTRppq9nWZjqx5TgJxThGgAkgyYsPI/lhpqLCgLadUepY4B8W1ssPbSw2EbiRfU0nfkN8GRxMDiwILfI2B5emIxw4kWDH3YY8pSAQW/3ONnOMCxlxM4lkWpU2dxCi5JwSyufYLw+lpPzxr6jewpm0+sWxJ2rVmoFVAJJmCCQQqtUYQLklUIA6kYqZaGfhTk3FLNsAQSbzNwAJHOwnkBgh3WqLYXFn/jjOm4RhtbTU85uD1j4H3Wsh2wzRqDvJ0cwNYJ9CTbArsr2SfOuEosmkDxOVrhVMWE2EmRaZiTsMaZzhFbLVu6rmmjqQSDUqC28iTBBGx2wJzeYgDCCauPtTtxlFJBo5r+9H+bADtTn8vnChprXQKrAh2RpkqRvqiI3EG+A2YdWYkOhkk+2nX1xZo5dtEgAiC1mT2Q2gt7Wwa3rhb5NwqdfDptOpBvn2xj4j2610lWiro6hRLRFhH0XnfA5e0+aI9tQesP93eYFZbJVGmEJ25rzYKOf1mUe/EvdMN1a3kcJbO4HEedJpWNn+8ZanaCoQIkb7s5Hlswm3XfAmobmS1/3j+f+4xoM0o3n4HDD2XFCvTrJVRYp6X1xD6Tq1DVEgDSNupwhdRnLUDXumZdLpETdV+//ADFp8sCZk/E/njMEsvxE1FDJlqTKZgiix2MRIMGCI92Mxn5zU+f/AF/xM/J6X+n/ALGc+prME1GI9L+lzbli8nEEAgBoHp+eJKNNGIUBnYmFC3JJgAAAXJMev3Ng+TPNBkBRAagkBqo8J8PhchD4pP0ZFjcc7yFXqanJOQxXyWcFRwqq5nchZj1g/wCzizXoVct85QhkcHVrSQp2i9jckC1rg4J5ekuWrGlmaLAqb6akOpi15h1gyAbXkeZbjWZydMAU0dmqqHPeNKQ030i5uDGwO9xjzJdCauUjpE/gmeZGZKoBSqpWwAKturSIMTKm4s7G8QSXaLNMBSC01pB6VOoe6JHjI8WraX5GIF+eI04etY92hTUwi0yBtNhsBFzYYJ9o2JQuTZZ1GBYt7wdMiJAjfphTKq5FEcBkfGzC+Ir5nNVjSFMsxRTqE7zF/FEm0c+WLtDM16mXWaZcUtYZxBXR4SAxBgFTrmeTDpgz2XpZavXCkoQkOFPg7zSV+b1sYEgkkcwpjqOj0M/l6S6zTVe7WV0uXjyAXwgRYIOZ2AwnUZ8eFp5NzJtIM4ghSoyp82hdlXUCBEsBP+zhw7S8BqDKU6ialKPp0qDpFMqIZTBVmaoJIBtLWE4DcL4PTDCKbUST+0radCDmNIbUAfZH8Q6SelcTGrh1NKZVmPdgDXp2uZMMR8OYxcqgjmSZGZXAUmc77N9kM7mQT3yIqmCXnUdiCEVdrxcjb34l7R9lM1k0VnqLVFRtKmmTIsWllIBFhuJ+3B3IdlMyU1LmKK1CzEqtU2kQPFAOkC+nmVEmBi3xLsXm6i6u8y4ZW1DXWInci4TSTBNjG5MiYxJsydrdjZ7P5ju2ev1G/bFbszkqjKRcv9MFWlVutgQAZBJkGASAbxiPtzk7UdWnv7yoJLaDJBYchMRJkySLA4PZCuaGZXv62Wp6CdWitrgEEFfA4IkEibkTtzAHiXBaFavUqtnKZNRixJubmYjVMDYT02G2GMqg2DH4xkfusD/eWuCdk6Pd0hXU+On3jMXYEMQSoUTBgECwIPPBz5Nu0opIMvUaaqVWA3vpYtI5R7QjCxlyKThVqs6qNKuovyuo1yNImIv9kX8tl8hSqI/6TV1021AdywkwRfcmxI9+CDqD1ED8vlPAUkD0M+gadCZ1NrU3AIFhv7/9MVM/lndKqtp0lfDEz1vjnVPtbmIEGRAIio62IkdeWIj8oLEECqgbaCarmdoiUn3YYzqvUyZNM7nui6htidKerT7mvgVxSoCh33U38oX8RgLxPjFCoRP6QGUsZQ0wCWMkFTNgZtv1JxQObTkuZb17s/8AbjxyYz4xx0uTyjZSqeAYierfC0OKRYJXHQsFgettseNxFGMVEzSEWJUUoPKRK7YMOnnMOHIPCTdrs+9Okj0zDrUUg38wdiDsTzx7l82ujh5ZTq/RKzSPZUkNqXfc2geWNP0XIusGtmlncFaZ+5DiVshkSEX9Iqju1j9iTPMMYgSMCXxk2TCGnzeCmFvk24jl2pdzRDUmTxsradTSVGu06hqKreSo0g2gmr8pObymZenRZia1AsCwBIGqJpzpvBA/hgiZnFHhHDcpQzCVv0tnCBvCcuwBlSpDy51AyD5FRiLKdl0nvKecp1NN4q0iWJifEdZGomTtz54SWWquZ2ORHLsCPcfpA1XsfSuNRkKrkaT7LAGbRbxL8cE04ZUZSoTLsAgEGkF8IYMFGlltrOrSB7V4m+Hmpxqr82aRyXeiF1zoDJ3bAjUULJBBgARZeRwu0ezmdJUo2VNMowKjMMCwYWJ+aswsYvecAig3zCOXIwBofAfSBE4IaLpVFGgrC0Ia6RtKsoqQUPSIN8EeIZ+sSCaVOSqsSrMplgGuYJMTub4IZzsrnn7nVRod1RjVGY1FhILW0CbA2mbm4nE3aPssWqq3dhUpftHQiVpmYAE3uIG8SfQkVNE3A7WiLVfh9ICzfEKk+EP6itF/TTgRnu1VSiwBNUWkzV1R0MaR5nnythjz/ZzMWXKq1TWAYDgERDagWYcjBH38kziuTrJVcVaTKwNw4g7eZgxtIJFsLRhkG++Iav3aCi/Pm/hdR+HaivSCpTpllVVGpnkk6RqMqCD4pgjcRj3Cbw+vmxTHd0GKXIPdAzJJJk3N5xmGHd5wP9MdQP8AtGXs7lcrkq/euyVSqMEFOnUkMYEhjTCjwlhv9I4sVO1VV6/fMvgX2aa+1uDOowvL/wAbYx8uqKSXpKQNppg/aB9+E7tDnjUcKHimpgkFo9+kNuRAMG99sR5EbIbevv3yz8vhY3yff/iM3aLiOWzdTv69KrTIpqpAIKmGY3KvquXiy7AX6UOJdochVYPUo12IUKSrbwABZzAA8hJ54DUOK5JIFSgyW3MuPjM/FRg7l6OXIDJTpEciEX8pnFeNHqrEB2wJ+1vjKY7T5SmIoZeqpP8AzVBNucAg/DG78bqrEZdqpa8sXYC+5CIs3v7sHKWkUwwESzCwEWCnl/FjK9QBtIJ2U36lVMfaBg2xgG2PymLq/wBqKa9sX24jnnFsrRA80P8A31PwxYyvAuJ11LKaS6LhCEk/wDSwJHrPTF1eICRIkTthuy/EaWXpd+xZFQSwKEnluBJEWv54HLjPVRcT+b5qgJy9jnW70tWcmlTepBZ1UqohiqkLLKWWJG4nlejTqKxlqtWmDfSWZyoPKbBj1ML6YbuL9qAa6VqqqtGquZRRV2dHNBm2K3BEG5iRJJmEvjAUVHZL02dyrKPDGowFbYiOc7dcPP8A64vrf1mYc5bUk+n0l2qcgW8dSuDb6NMg25NqbnJgnF2jwbLkAplc5VDXDKgg+hRSCPTCkHVrHbnHLzHniSjr8dFvFo1QCJ2u2mbi0taOeIzU6q5n6Ru/QFE6eHVoXnVrmmB7nUYr5HtPltmytFd4YxU9CZg/YcCOGcIpOqtpFRm1TTXUChBgaoMkMDIIsL9DEvFOF0hS1fsaiAAK0zUvBGncECTq2tHMHB1Qv6SdspZ9pJ+J+s8z/bfu6jIMrQ8PPuqPSdjSODuT7R1qtAFVQagsqtKlckhdKqKQn6XOdutlnI1vBLKW0kLvFiDHI9D9mCQobOlmkRPXcaT16beuFNyppfnNVWGQb391Qp+t6gMExFoIFotG2Gjspx1mVg5mDvz2FvSxthdrIuaWnV8S1CGFVtDFfBA1ki+ppgKoLEqQBtgx/wAB5qkCabq+8gEqxgwIGxkGbkYzT9pYYg1A1L4mQpwGjU3FemKWa4i0b4GUOy/EImwP1WqKT18x9uCfCcvS1FK2pngQD4R0IkW1XFiZubC2KsubYhYg8Tl9mAau4r8b4xoGpiT0E7nC4O1WZZwBUdBySmqn4SQSff7uWHntZ2TWvTLUgaTUlaoFYHxqQCdU+JWGkwCTEmw1ThH4UzU9RC0qgMfSAK8gZI89pG2Ik1S5gSpnVwYlr1l1e0BDEPVq6l3FRAR8Axxfo51nUMKCMrGAy5WvBPQFEAJ32PLFCorll+YWKbatLEMDYSrAR4ZExOHnh3a2gKYlalAr9BablQNoUosFRyFjHIYzd5H5/WU5d6cqt+76ROPEaXMUARIN66kEbiGcQfdiShxikr6bUwDLsGJER7IkyJErIIN4m8H3tBxJMxUeqtJUiCG0Q7kwoZ+uxIBvbe8AVwzLb7333+q2xAmedrkxFtWMFeMHVbjhoiifCz9ajAvEKjL4QCGLP41YkM4vAARhAIA1XsJ6D0UgBs/92D+IxazfZGlXyhqEgNRFVmOkSzA+HURN9FjH1EgYV6PBUmwCt5WOJDlxuT6GugMb+HpWPag5HXkiHFZQZge+iPwq484/xKpWUBAtR2JldJWVVGqN7VQggKjEibiReYwFqZRlMd46n+NhH22xlB6tKrTcl6oHeDS7sRD0qlMmbxAc7Yq0xRXHSvZX8zdbidsZNG+g5vrx5Rl7H58V0CyQ1Q+Fms4IsVcgAaWOrTBsYO7Niy4qS1/Yu01WkDaSOQm07YUuE5bu6qEtoAN26C5PP3+sYP5DgL9+cwz1K9fM09K+yNIcKCWKjSro2kHYe02m2DOlx5MzOv6D0HP8TknNk0dJ40L+yITVM1yTMRyipUj3X2xmGHhXe06KpmXNSsshmCm9zp9kQTp0gkbkE4zFH5LD6/E/WD/5PL9gfSUeN5XheTolzlaNRghdUIUkgc5ebfkcQ8JztKsHpPQoJTdVWEp6UqSTIuPEBIG1iORMYJVxScg1KI1KCoJW4B3Ct09I88Cf1Pw9F0hxT0hdI75iy6TIiXJA8uYAEEADCxqF8vlPbGYUSZz3tf2H/RK0ICaNS6E7iN0J6iRB5gjcg4G9n9dOq1KRJUsoJgGBy/eIEe70x1HifF8o1IUiRVKEFS1PUJmNmUL7LMLiPXCdx+qO8y1RBBSrpstNQFYXtTpr0G8xfqcLbMEfjxnRx4WyYqZeehhvhaMMs/eFVOpyBPKKQ+Mzirnab/pGrVTCakJJa8AQdINpiY5SBgG+aqRcuY3knliqax8h64ofKjdZLj0eRWsTouU4rw+ihprpYuwOpgWOrVIcvp8I2tYLewxZz3FUp021xoKmxN2mbDzI5efLHMwo5vPoPxjHjU0WPBO+5+PXDE1gRSoEVk/CDkYMWqWuNcXGYWitW4oSKfsyAQFIOlRIhR8MUKWY0KFpghQIET95xuM27FkoKodSouOs7GfvGPM3wKsEZu+1MntIFI9YYWJ3tAmMJ7QgAHgRxGnxtR6mUOIUHqC8C+5PriKgD+loTuQJ9yaSffE+/EAb4+e+CWYpgZ+kJF1S/rqGMe1HuMuCqAGHmJey/BCQD3G+2rnzgajv5YgNAA+wFI5BQL9MP1Dg2YA0u1KimxfUDqjmoBmZg3wO4nwTKyT+n09ZudUG/koIP34nC5D14g4NVuY7h8jE3MCKRt9NPt1fkME+G5fWunripxgKEYI4cB6fiAIB9obHBPgJ2PTFGD9Jvzk2ta8o9kZOE54ZWlqKqrayCdOqZ1EMdIDahJuOvpi5lu3ot3gBAM6UUxH9s/COkYE8Wq6stMbVB9xwvUyGMC/+yfuvgMuofG21YzT6DFnXtHJu46ZntvqBCiqAeYKyOvM4B8c7RGqVCqUVZBGr2pINwANtPU7/ABGJkahNkafIHEzcHrPsvxYfnOFfmMzcfxKRoNJjN/zKvaHitQLTmpUCPSll7xtJksplZ0m3lgx2ORRQRi1NPnWap3p0kgBNGiR4hGva0scUs6rUjShtLrTAlT+82x6YtUO0eYUXqah0YA4ZYAoyZ9Ozc46jg+To165q95RdYBA1DWGAXSIsfbUG++2LHEAmoAhRP7ik++QcLHCu1tXvaaBaXzlREkIBGpgs23iZ3w2k0Kw1Coj8tQWuinlZxKn3HC82FsuPaj0bkbF8LDf8oudqckummJSmrMRqaQtgN9IPWNsCaHBqc+DOZZ25p3iqfiTO0jYWY4vfKNU00KEaAkvpKPqBiA14GxGAFDhARQaqhnYExM6RA5KYJCnVJt8MMVNgo/fEerl0F/fMcaL16OXK6EqKWYtoIYkERAABhd+sCBcDAnjXaFXBB8BkSdImT9GCSfaJMm488LnA+AU3zlEMyqC4IIgsSo1qscpYAGTzOOlVqdAVCGSizsT4HSmXi0FSw8V9IgbT5YALiwv6nmS5e41iIGVqIrItd9IqH6IHhLgBUuSSsgbDdjY74OZvgwohfAxJLxALHSIMkLMC+GipwymVYrTGqzDSqjmN2I9q8T78R5el3tOlFQ0xT1KAw8LJAgMZDTYXkeyd5nCNTkVmpZRg/EMmMAeA8IvcN4tk6dAuZNRtQMCDEkaVkiDCzyuReIODtLi7UW0NTDafDYwRHOIIYzPTc4oZXsM9XU4zFIKHYlRSa3UTriIO8c9uWLubzqM5DRL8zESbaZ8uu3ni7BkGNQGoX09ZPrAuR96sWvr6ek3PbCitiKgjoo/zY8xvmOC0mYkgCYsPTHuLbnP2wXwz5P61emlVqtNQ6hhZmaCJEzAn3nFjO9iKGXQtWzFQ6RqIpqoIH1jJIC+Z6HfBXgnFmXJ5eZPzSAn3Dyx6k16gJVQA4YAgEFlIK1Kn1yumVnY3sQCFogKg+ktzavKHKg9DKXFuxOVpUC6ioW0uQXYyIpu4JACiZUWIxz7jwVaaFX8Qqp0sDIJj347H2iXVQYdQ4+NNx+OOGccMUZ6Mh/6hjn6pR2qTrfh2R3xPZ6SzmwRW069atTZuUTrUHbyJ+OPBRXGVl+cB/dYfap/DGd+B8cSHwnWIon2yqo+/G2aEAYiLm+InnDBAMJ9juGGvmqikqoZC8kxAXSLn+19mGROD5GhDvm6ldSTApAMpI5awNJ97DC/2L4VSzOdSlXQPTKsSp25D43+OCvavs9WyRVFc1MusMkxq30+IASTylbGdhiwWVBM5DYMLagIx9fjcq8Y7X5TS1OjkJJBGuuQSOhCjUPeGGFfOiM9R8xT/AMTDDDX7G5quvfpSCIFNmOm0kyLRzwDz+XJzVF5EDuRE3u5vEbYN+evkZSdipSnjcPWMNfsLX7sMHWq4ClkNo1XAV3bSx9dMwYnAKrRdSVZSrCxVgQQehBuMdfyuSdU0MVYCIaBNrDUCYbwmJkRpGFvtTwXLvU718ylFtKrDFTOkQCbg6j67ADliJUzEkMvHnJtPrG3bXnPM2pFJ/wCKl9hb88HOAXgYF8XChHVHFQBqZ1KDBuRzwT4A0QemLcA7p9sTrWvNfpCfG88+XoSgRmZwAHEjY3jrbFzgva8Ll0SQ1ZwS4CEBWidiYZAAFsbkTabVe0HD6tagulYIcNDSJXSbi198LmSy1SnVXXpiG2I+qeW/2YXqV3L6TdPjTJQY+MdK/a1lULTpqp2BkxvI8I3368z64U+K8AbMVAzUmU89IKqb7w1h7oxmY4iimdYBHmMUsz2iqNPz9SP3bfaAD9uJMCkWTY+/WXvpsaEdmo95Mv1kNLTTcrKKAASDC8h6b4J9lOzNTPd4VqBBT0ydE+1NhBAMaTPSRhOzeYIjdtSB5J5Gd/O2D7itlQdNWoniIDozo2kfRlWEqJn1LHnikd0ktPG3WkNEff8AMaOL9mkyOmp3jHQyhiQngYwUITeD1vEYNdlc2K9KrSDaNHgphRBFKIR1XaOXMWHXAzh1fOBKlQOWrU6WpzUAfVpPhRVMeL5wrM3nrGKuX+UKqSDVy+XqkbEKVI95L/YMe1GNBW4kThpp82ocurXXHWS9sq70FysFdSCrfSCDqKGQGEe+MLtXtJVdWUrT0wxOlWVrAkkaXCzb6uDPG+O0s49M1EqUggYHRpc3I2kp0xrX4Pw9qFRaGYcVyvhNdWA81lV0AESs3iZwxcik8GXrhZFUMp49L8Zr2F4xlFYipFOoSClUxAEezLWQ+u8+WHfNZVToWo4hfFTfSZ1Tbxg6Qec85HrjhTppJFwwMEe77RvfbBTg/aHM0B81VZV+rutv3GlRPUAHD3CP+oT2fR9od6nmdZysOzSznSWEgwt7EAC0TyvjTNVkpkjVUlpEBh9K5sbC/MC2FDK/KbVECtSR/NCVPwOoE+8Yst2qyVZ9TmrSay3Wbeq6oHnbHmVSOKuSppmRv9RSR6Q7luMKMu601CQoIAPInmbcsAa1BnpnxBQYXUZPiYgKqqLliSABzJAGCmXzGUqArTqUjIiFcTHSJkYjHD3pKVhnQkOpEd5TcRDKdjEDztzxFqtM7045r74icr8kIKEu1e0CyZqIh5q4hh5MGAIPqMZgVnsitZzUqfpTO0SSVEwANgQBYdMZgRly/wDL/wCf8SPafuppV7WJl8jTkK1RVOlDURWYd4wlVu+kXkkR4DE487MfKply6rVQ03YqqhGDAloF2OiCDY2I6E8hnCuwi8QpJWepUWNSaFGoLDMOQJub364YuFfJymV8amsxEbQJja0yPhjoYSQgB8pVqUXtWrzMca+bFbLq6ggVApAO8N1+OOHcc/8AbN/Y/wAS47ZSrFqKkyPEtiZNnAuccX4yk5Vx+6PsIP4Yj1n+4nt+k6n4X/t5fvzkmaeHTzDf4SfwxXqPibOG9Lz1f4GxXZMSgTt5TzMRgdziN/LElELqUMSFJAYiJAm5E9BeOccsMWf7DZijDoaeYS22kGD9am7fYGJM2jfDRIM2cY+sGdlKqUsyalYVO7p03Ld3IaSIA3G+1zzGCHFflINNi2WyQQiD3uZZ6jrI5pPzZ5e0fwwLy/aJBUBppqWwJYaRCwwD+JgWDMPZJtp6E4g4hWuH8YeSY0gK4JJdmiUeSd5tBsZs9HZe6RPnMmqfLlBVb9IN4p2wzeb/AG9d3B+iDpT+RYU+8YKPV7ypT1DQytRKko3jUGRpMwBqFSTf2QBscU+Edja9cA06TFbeLZfXUSAf7MnywU4kyKlFDbMZeslFyKgIZNVZh4IBUy+9/dhnXmdjKwVVQV19IJq5zNVGio9dmb6JLmf4VFmH8IwZy/BEBojuyA6Ui/mxRWa8SPETYG3lg1V1HIjKq0JAFter2g28zyj0wRVCUoe0Y0k+20Qun2jJ5QST63wS4ybsSbJqtvCxDp8Jas1WlRAnWI1GwVWYyTcxA8yfPB3JcLFIhe8VyN4BHwkXxvwnhNehWNWkNck2IiQTMAmx/wBMXKmWrK2oqoV9yCpi8xbnbliVnfG4TjkxGpyHI4ZORX1kva3LD9Dp2II0Ty3H2jCElFFN1kbEfhOHniyHuVDU2fxAgSVvFiT9WMLtfKILItMeoZo97GffGL2Uk8CNwZQmOiepg6nURR4aCE9Y1X5Wi2IKuQZ2LFGGoyTYD4E4MLTYrHeR5LYfda2PG4SpHtaj1Zjb05YAox6iGudV6GDc5wl/AQJUU0WRBuJ89rjFnOdoHzK00ZWHcoYLOGlXIiLeH9mbEnf3k1lcoqhfFeAPCduUWM8sVxl6VPNKlLSVc6TK2/Oxv8euEMFY1zHYchC77HAJ+XynQuydAPlQ1RVdgWhmAJHoxv5W6Y5pkaDMo0gmFBMAmB1MYduHcQr0KZpKq6eu197EgiN7ee+I+FGjl6RAMMG6g8rCQTsOXmepxmvPcUjwkWk1Y0yO1XdV84qJg3wXhiWq13SnSBnxlfHHKG3Um217xiPiXDQ1VmowVYyFkWJ3AEyfFPLy5YqdoeHd1lhqPjLBm99onnAA/mOI8eFmYWODO52y5sfcar+IhDN5HI5jVSy1OtWcD250InSalRSfOymfPFFvk7K0/DmEapeU0NAmIl5Mc/o3xc7FcTU0e6kCoCx/iFrjqQIHoMNtV1CNAgWP3TjqriVBQnMbLkRttn38zlXEeAZikYamTB3TxDl0v8QMUtY1H12x1zK8QprUqI9MHxmSQCfLflGLVfgWVzA2X0YBh8GviFsylip4j8etKjvCcbVQTcA+uLVKUMIzIP3GZf8ACRh/znyc0xqcIFCiSyuQLeRsPcMKNfg7qSdDgcj4W5c4gfA48VYcqY9dVjyeHykY4nX/AK+r/OfxxmN6XD1YT3qL5NY9LjGYy8/mfjPXpvIfCNXY/jppJTpqWhK1dXVVkkO8rAIM3Rpi4kRjoTPIkGQbjHPOwuTl6z+y4LOpidOvUI6GxI2x0BqYXwjZbD3Wx0sdHGGE4Wr4zuPWQZpvD71PwYHHGuOpFKsOgcfCfyx2HON4G9Mcs4zkdffou5NUD4kYh1vDIfX6Tp/hR7uQen1gnMG1E9f8n+uIKhtPI8+XxwZpcH1U6MvpKAe1TOkmAtpMx0lceHglUOPnomJJLbdbSGEcpvhAE6zsWPHlF9zhq4Z2geqgoNR70d2FYkTBuNTRcLp52Mi3XBng/ZjIll7xxUcwNIBpqT/APhEx5YYOI5rLUqD0qYABUgCmAAD1tA9YvikafeLNccj2zk6nOgO0g38Jzqv2cUakDCGIYyOYAJJ030gKdQAJGgTBYYd+EdlsrRoiqU1xeXBZlPmsWMzfSDgLVzdMqJ0wYsYtGkbbCLL0sTJgDBnh3EiuXU6tKTIMX9wHrYG074TpXd35E5rYhisg8yXM9oSbU195/AD8/djmea4XUfiBqMhOqqGkoQNgdWs+ErEGB1w35gqwAXVIZWDE3lWDDwi0SLgkyJ2wVXKisqqFXVChRcadV4MLdbzfcNbYDHWIuJ3FTNW4SoAgBtj4Tp5TuZB9IXENagBp2XcQ6DmL6WMx/NHrhsy/B1gBjBESQecDry9QDiPO5GnSUtUchLAkxF+V/wAsL7XaLYEe6YRuNdYm1aj0yGvcgajf/q2PLBJc3Tpg1KhUKLqgF2JvcbepxU4l3Lk9zr085sPdAGFniWdRWKECFtcnmJ674iyaBdVkGQkgeI8TKkzHGCo6zbiHF9Q+qkwBPMixI6WF/wAsDMnmxpqNoDPGqQql1QadR5lU84glh0JXarUpOZIPIGG6CBvPLHjLTMRIItJuY8Nv+nl1OOs9gDbInDftmtDiFMJOnrqkAkbkaCdzAi89Y3wQydbLd0C7apB1QraqRloMBwKw0gT7IUkeIzGBVTh6tAFSANvCJ57kG+/TE+XyKqQWZWVQCAJlm6Py0Acpvhp2wqaEqFJKaLU1a2YahIIKiTANyCSoDAiPa8pwWynyf5hClQUZLAMGLyBIn3b8xhWzWd1Ezzn/AH64LcG+VEUzFermqp8KG1PQii0oFKjpPhm252xLmAIFwmVm7gv6x4z3ZVVUd07VH5zAB5ELYR5XPPC5Vyit7Sg+o+zDDW+ULKLSp1XqwtQ+E93UhSDuVCErYGJgkG1r4J5LK8NzanusylVwNTFKi6rndqfK/UDALR4nlBxrRHER8xkda6Q3d+zcbAAzB2tG/lhU4/mC1VwrmHcp3bgKQVjSVvBELpIMFSY527EnZPTpek41SCBU6zI2HX7euKmYyOaoeJ6SlUY1JU+EHUahJ6rqvcDnfAOCDuUXKEzHgXx1nElqEEG4IM2sQRzHMGcNOQ7csU0VpcAjxCA8cwT7LT/ZPriPjCjPVz3FMa5YvUEIniLP4id5YtBJBtABGA/EeA1qI1MoKX8aHUttwxHskTswGNLfGdcd5QHE6XQ4rlsy3hdSxJhW8Le6d/dOLf6Gy+yT6Hf4/njjam3lgpke0mZo+xVaOhOoekNIA9Iwpxjf9QkzaU/sM6lVzdR6TU116kYFlAksjCAfDuoYEEeYnliqeMMq90QeViLg+SxMwRa0+/Cllu3dQkGpTUkbPTZqbD0Mn8MEqfbnVvma1Izu1Ckze50UmOUkA4UcY/YYIGTEKZLjUOztL+lqUkqc13jpO14jljMLaZ3JES2aUk3JZ4J9Qb4zAfl8/gV+clOXP9iXuxefVDU8Dur6RKKWCm/tRtYzg+eLFq25iSTeQccl7O9q6+VqB6T6TsVPsuOjLz+8cjfHSOG9vaGaqIO5FF4ltjLW2IEkC/rIthLac5dgVyu2WavCyO2XbYPyh7N1QZTdiGgC9xuJFpHScJVPKA16+uyozOwkToLtFpnxEACYn7cOtbOUmWNYBIKyWAInc7gjy/DfCnneAUtQ7h6ZeFQMWP7NQdKMy2YggAGJi0ROL9Tg7RRzyJzdPqWxEgdDxBLs1ZyzrAFlEiPcABBt0FziJ6dLSafePKy4CtOm3iBJDAAi8dV5SZ9z2XrIKikEHbwkGANzYnfxX6RijksnobSfDMgqRBiL2N9pxDQAoT6lNmzuHgSPieYqJp7oFy4MLpZn8J8WgIsWBUyep3xfXi2YIXVl4MHUPCYIZhHiqD6IU9L/AA2XKd6VG0GUePZMe0hNg4IDSZ22mMa0+z4/rGYR/V0B5T4aQxdgI20JwfxBcnamzx4SbJZjvNWukENtJCoJ3uSHcnlsRuYHM3WfulLKGmyhVN2ZiFVBsJLEC9r3xOhYrTV2kUwFE+gF/gMC+PccWhVoICurUanifQPACQS2loG523AxTix97mQO+xZY4TU+er7qy1HRylQDSwVaZFMhRazbTcmCLjDN3Pg1LZtNmWxIuyg78zttcxZiCs5fiq5kiuoCh0QxYGSuoz1M21c4w0Uc0hpJ4l9kA3HKR18sOcLfd6RFkqCesmpcWqaQG0lriACRz52O0e/FytVdqLMobUukrEzJYC2m/T4YDCsuqxmfO2GTgnEKVOdTqABaWBJwuYIN4f2KqVTqrsVBM6R7R53Ow+0+mOV9uaYp8QzNOmAFR1ABJ27tDY9ZOOudou24pITTWo/ICkjOxPuEKPMn8scY4rQzOZrPXOWrqahBK925iFCxOkTtvhqUDyYxbPJ6QUXI2GrykfG/PHjOQR0MyNJnqBIsI64t/qPM/wBRW/un/LHn6lzH9RW/u3/LBmjDlY5iLzbzJFvOeePaWbvIOof6jp6YkPDK4/oK390/5Y0HDqxJmjWgX/ZVPs8OMM0dZHmMzpWfh+f+/wAMCstS1uoJVdTASxhRJ3Y8gNzi5mshXZr0aoA603H3jGv6vqDdHHqp/LHPzPZqdjSYhVk9Y+9puzNMcNpacxRXuAxCxp742DEQx8ZgC8zAgrJlT7LdpnyNU1FQNI0mbGJBOkjbYfDAggDpOPJGJ93iJWmmAQo5u4/8V+WKu9PRSpLTup1EyfCwYHkN1H24h4l8qWczuXbL1RTUEqS1MFSwH0WBJETBtG0c8I0YkoPDThmNzuqYmkxYyGrpOs8IyfzGVNBCUqUkLFVJDVYK1AxH0w4i+wgbCMTdn6DCvV1Iy2p+0pG7tIEjqPu8sKXZDtIKYNF6tSnTqGzI7KATYh4Ox+ty5226FksmtEjxOWdqYGty1g0+GTtBnA49OVzb7kupd1U4yOD4xW4n2ZoVHY6dDEm6W5/V2+zALP8AYuqgBU6lOxKsLbbgEb+mH05O5PU4MrU8NPSCfm1UeRi4JHnM3wGqydmAQJMubIvFzitTI1KZIZCIHqPWRIHvxiHHWuIsj5rSsHQgQkeVzPvge44r1+z9B/apIT1i/wARfC8SnKu6Px66x3hOX4zHRD2Hy31WH9tvzxmC7B4785j9ZyQ4bezuXVsq7lQXU2YgEjwjY7jHuMwDdJdk6H2S7lGLETeHi97dMMxEUXIsfD/ixmMx058iOsAZWs2phJi1ptuOWC2WYhtIstrctumMxmJiO8ZUSdvuhfLZZCZKqSbGQLi9j1wSy/DqX9Wn8o/LGYzFSdJOxNy7SyFL+rT+Ufli3TyqDZVHuGMxmNgSwmXX6q/AYlSgv1R8BjMZj3jMElGXX6o+AxutBfqj4DGYzHp6eiivQfDG3cr0Hwx5jMe8Z6Z3Q6D4Y87peg+GMxmNM9PGor9UfAY1NBfqj4DGYzGGZIzl1+qPgMRPQX6o+AxmMxk9Imy6fVX4DFSpk6Z+gv8AKMZjMFNuUq3DKJ/oqf8AIv5YF5rgOWIvl6J//Gn5YzGYyGhMB57geXUWoUR6U0H4YzhJ8VJfoq7BV5AaDYDYDGYzAypWJXk/dQ/S2GKvEKhAsSLcj54zGYm1H6ILfplyhRVVGkAW5CMTYzGYevSe8JgxmMxmCmT/2Q=="/>
          <p:cNvSpPr>
            <a:spLocks noChangeAspect="1" noChangeArrowheads="1"/>
          </p:cNvSpPr>
          <p:nvPr/>
        </p:nvSpPr>
        <p:spPr bwMode="auto">
          <a:xfrm>
            <a:off x="63500" y="-1571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spcBef>
                <a:spcPct val="0"/>
              </a:spcBef>
              <a:buFontTx/>
              <a:buNone/>
            </a:pPr>
            <a:endParaRPr lang="ja-JP" altLang="en-US" sz="1800">
              <a:latin typeface="Arial" panose="020B0604020202020204" pitchFamily="34" charset="0"/>
            </a:endParaRPr>
          </a:p>
        </p:txBody>
      </p:sp>
      <p:sp>
        <p:nvSpPr>
          <p:cNvPr id="3094" name="AutoShape 37" descr="data:image/jpeg;base64,/9j/4AAQSkZJRgABAQAAAQABAAD/2wCEAAkGBhMSERUUExQWFRUUGBgYGRgXGBofHRscHxoaGBwYGBoeHiYfGxkkGhkYIC8gIycqLCwsFyAxNTAqNSYrLCkBCQoKDgwOGg8PGiwkHSQqLywvMTQqLCwsLywsLCwsLDQsKSwsLCwsLCwpLCwpLCwpLCwsKSwsLCwsLCwsLCwsLP/AABEIAMIBAwMBIgACEQEDEQH/xAAcAAACAgMBAQAAAAAAAAAAAAAFBgMEAAIHAQj/xABKEAACAQIEAwUDCAYIBQMFAAABAhEDIQAEEjEFQVEGEyJhcTKBkQcjQlKhscHRFBUzYnKSQ1OCk7LS4fAWY6LC8SQ0o0R0g9PU/8QAGgEAAwEBAQEAAAAAAAAAAAAAAgMEAQUABv/EADYRAAICAQMBBQYFAwQDAAAAAAECABEDBBIhMRMiQVFhcYGRodHwBRQyQsFSseEjM2KiFTSS/9oADAMBAAIRAxEAPwBwr8KpoFLD2iFHrBP3A++MQfrCjOkU1gTYXIjcmP8Axgp2q4a+ayumgwSqhD02DWJggqSNpUsJ5Eg45ceB5/Xp0V9dx7DcxB8e1wSJmL74jzs4YV0nR0qY2U7us6LleGU6klRsYPwB+4jArjHBi2aZQ7ooUGFaLlmuY3sB8MNHY3gpy2VC1jqqtLOdxJERPkoVZ/dnnijxpyM40Akd1T5eb46OlskbutTk6zaAdp4uB6HZid6lX+8bFX9StBvVBABEu/Ujb0FsN/CuHUXTVVqOrlmt3zLAkhQFBAAiMUuJ5QK7CnUq6RYRXYkzTJDLNv2kKRPnYYecvP6ZMMRIvdBOU7M6kBL1JvtUaLEj8MXcr2YVTJao3kzkjptg5Q4ZlpbVWf2vD/6httK/v/W1YkpCmtQJTYusrctqO+2omTgd+6xULZtI70pJlMv3SsVLMVBIXqR6fYMbUcjl/wCkUqPrA299reu2KVPhbMiuhIYqNmKhrcyLgxzH241pBmJRgQ0XWpUqtbrGoBh8cfOtqHVtxND2TurgQiGP1RlSCUhiByKn42xT4TwikSyuuyowj97VMnnsMUMlwNEql6erVfVB8IF7ee5hbxOCzIe9Om3zVH7mw9NSWxlwIt8CBwqniTVeDZVQZsQJuRiHh/C8tUSY5xYjoD+OFntnRNClWzClQwRCdQnVBKqu4tLG889uRi7Hs/6VmaYICqEc6RF2LC8k7BYwB1Lg0R16cx66NWxlw3SMb8IpCuBp8JIX7GPxsL4JfqDLdD8R+WKuYQ6V696v+F8a5nLuykays88NyZ2WuOokyYQ18+MAZTi+XOcOXqU9KMdKvNw14VwRcMIhhaTFxDE9xLglEaQg3JmY5KThHzwVOJhGPhC5UBupL1tjz8TL8cdBooda6r+3/gOBxZmL7T9+MdnwoEDqK4/txI8twnLmkjspkorGOpAJgR9mKXEKWXo0nrNSfu6ZuRPs2v7OoG4kRa+N8uxWgrM2lVpqSSYAAUGT5YSO0nBActXIptrUAgBTYl1k6RYHcTGze/BLmZr46T2PToXVWPUiP2T4fla1BaqAlXXUvmDtYicV+HcOo6SKguIgDcyAT9+K3ZKg65LLgyIpJIIgi2xHLFvO8OFR2EkaRTgjcTTWfd5Yzt27MkdbgNgUZNt8czKeToEyabafXxDzgi4/3fFunwvJsYBBPTUJ+ETOA5V0Ol9YnZjWq6T7gRpPlOIs1wKm7BmHj3ApyJ87knn7RPPzxMNUycMbPsjRp8bdTQ+M849wZZAQsoNYLKmDGgmJHuxV/wCFv+ZV/vGwa4k2ilTLbjMqD/dHFXiAVstmagrOtYKxpKtRhsgI0ooaSTP0WvyO2PoMLVjBqcTMt5Nt1BT9nYdV7yp4o/pGnntfyxBw7gbVCdTVAAFP7RuYkiecYK5imTQrFatZXVGZZqPIYavAgUEuY0EHQ4nUI2URulQkMHzCqWpjRLsyjVFVidIUxTOpQJuD7dkDO1H9MX2J/qm1LssJHjqfznF79RL9XzxdyKaadL2mZkRnklocgahcmL8ptgvQCEX5qvLyM4VlNgGo3EKJF3Emm9PSSqz0OkGR1k7WvbrfHtBabuEZQCwMQImD0Fut97c5ESJ2aZW0KfZECYnTy5f7vifhvBCtZWJnQZNzA3mfMgkXv4vXHBxNn7UXfr5T6LKun7E1Xp5zKnA1nbGYO188uo+x8ceY7HE4lT5moMUMoSp6qSPuxfpdo82ns5rMjyFepHw1RgStbG3ejE9TtEqeojt2T7d51s5lqdTM1Hp1KqU2B0mdR0i8TuRzx2lKRd2Us3hjkp3LDmp6Y+cOzdYDO5Q9Mzlz/wDMmPpbJ/8AuKo8l6/WfpjGYgrz1P8AE5mrIDqAOv8AmQ5jKhBvJPIqn4KMeZbLlyQdAIv7B/BxijU4kDAIPhsTMzEnn+eDORyxHibmIA38/jthS52bIQp4EDapHSV8xkgglikfwv0J+ueQPwxXFVEYQUnUQDLASsE3uIHMzAIIwTzbgaZQsCxBhZjwteBPTTe3ixVWqZvSXUGIEC+5htUQJhTvz5mAbO0bzi9i+UrLmRTQgFdNMCYYmBBYXFMyAATbaMZmFWpZwJU2hyGm+x7sG8G+xg+eCrUUJkhSep0zaPLyHwGMbLKZ8Kkm+w3tfbewv5DphVL5RlnziLQ+UvLaQBRzCiNgKP8AmxOnyi5TVq7vMLKqu1PZZj6Z6nHEqHEKqgDVta4HK3ScTjjtQbhT7j+eN46VOh+XX7M7UO0mSzRKd1XqFhdQgMjbxAWIvF+uCmSaihJp5ashb2iKaAmNpO5/1xzT5KuLGrxAU9IE0qlwemk7Y61wtdSMejt19wthZI3AVJMrDG4TnnnrNdasP2VWdQafm5kCOsRc/HG1WiHiVrAjYqVBHvUgxt8MTZnPpTG0+U/nzxPlK4qIHX2WuJBuOu/WcM9oiunSCVo0ZU93UZi5pgsFY6hqJEtJ+ib7Wxf03BNOoYnnT5iOs7HHlfL6agZKQYwxnaGgdTAJEiQJ25ScY+YqxamJjmRAtMefqOo3vG8eAmEk9TNFy8IE7uoVA0wTS2iIN72wMzHCctRXvGy7BUg/0RAvAhdUCJ5DBb9IqEiEAF7sQOl4EwIkbzPlcjO0mZf9DralgaCSehDrFvMSfKw3mBr0ENCbAsys/a/L9Kv/AMX540q9scsrMdNQE6ZHg5CBzJ2xz7v5+lGK2ezEsTq3/LAgmqInQODCD1M6JV7Z0GBBR2B3B0X+Ixd4ZnV7oVETSrGPE8tOrTfwHnHM745L+sCNiMdG7J1tfDUY7is0+5ww+yDgHBUFqEm1hx4sRbHdxkqZMuAGRTD6/ab2o0z7I5HEg4Yeij3N/mGLOZfRcST0i3qZ2GIKPFgz6QF5TBBidsOGUrxciKqTI8xw+oqyoUkRbS20iY+c3iY84x7lsmzai/hE+EBVB0wLkMWvq1e6MEz/AL9nApqdPwHvH8ZLASIJIeTEb+Ob2GhY2ue8+c3aPKWP1eB9M+8U/wAExq/DJ/pKnucD7lxFl8gndCmrtCgCSxBBsRKxAOxiPvxKeGLMyZLapB8y0WGxJJPqRtgST5whx0nO/lCpPRzCIlatoamGhqrm+pgYv0Awqs5IgkkdCSR8MdC7acEpmpTLF2hD9KN3Zj7Mczhf/VGXH9Grfxy3+InEr6dnN7uJ28Gux48aqV590We7XoPhjMNa0KQEClSAHSmv5YzCvyH/AC+Ub/5Uf0/P/E5JW4tk2HhylVP4c1P+KicRfp+U/qczP/3VL/8AlxY4fTDOoZEIn6o+218Mxo5bnQpfygYvDek5jYqNBpR7CZCjms5TWlTzAemVrXr0isI6mT8ypNyLC+O7cN7RZSrm6qU8wrVAANGlxsSSVYgK4BMErMc8cx+TtqI4gvdU1QmnUWRaRGuI9VGLnZbIA8VpAk/+n7xgVMgssUtPkIdj/ZjCyysV48YjJhuyx6ciU83xTMnMZijTkkvU0AC8HVB9Nr47UAI/8YWanHMpQpHvDUUIDrISpEqJYWBB928GNsQn5VMhBIaqYBNqR5CbTzwQCVaeMjwad8ZYkkxmzlAusK2k9QQOo5XMTMSJgXjEdLJMC0VWAIAAkHYu03Xfxx6It8Cc321VDbLZmoJA1IKMXAI3qCRfcfVPTA2n8q1AsynL10KhT4zTHtTaA5hhBkGCDjR06j4yns28ob4xwWvWUCnmGpQ5PhLgx4jEgyfEQTyhdIA3wfRb/wDn8cJLfKlR5Un97x+eIm+VVeVD41D/AJce3LPdm/lON57gKCtVX9NyqkO4gjNAg6jIP/p4t5E48Xs4p/8Ar8l72zA++hi7n+z3e1alQZgL3lR3ju5jUxaJ13iYnAipwlhPz6iDElY/HC91zqpRHj8o6fJlwTuuKZdxm8rU/agpTeoWYGk9gGpKLEA7jbHYeC7P/H5/VXpjjXyWcJUV3zTVTUbKmn3aoyhSagqUz3kqT0iCNzvjq3DuOqXZFRQbsfa3B0kQ3oYiR4TtGM/cs5uqQtlDDw63OafKdxyvSzlenTq1FAAZVWfpU1Nud2Jx2TJ5cJSRALIiqLdAB18sLPGsjRfMrUqUgXS2oz9EkrKyAdybg74ZqDyqkiCQCdvxw9lCgVFbieJBxD6PiCQQZJsbiFjUBcwLzvAF7VKbDuyor3hgDKzcnSSTLTeLH6NsXc0ZZBp1Xn2gIjnGxPSeflJFU7D5oy0sfGwM3062A3AEi50x4dlnBBkPCa65cJl6uZ7yq5YrqaWaZaBImwBgcgMWO01ItkswAJJpPAMXMedsaUMmjVFc5chqYlG1mRIBmCQNRLVAZ8Xhk74uVqwqUqylD7DghgSCPEu5sZiY6ETvjGSxCRtrAzjxkCBSptJgMKYv1i0e+MDM1SW5JUdBpv6G1r46MuVpqIFKmAdwFX8sVKnDsud8vSPqi/liNdJlH7v7zuHX4v6P7Tlddr2GOm/JizVeG1lUaiuaYQL/ANHSP3nEeY4Nkm9rK0/7JqL9qOuGfLZhUFNQnza0qegF7AaVULLkzyF5J1CeuKWxlUO4zm6vImddiirjBnlPdVBF9DdPqnzxz7s/n2GZMGwRjbyIIU78tR/snDpwk6htYg9NtU8+UN8Mb5fgmXpzopIuqJsLxcb9DhOfCclEGpCV7wPlLWUzGtFbaR5fliitNwSFp0wNVvCRfx3J6BdImIJYgWwSUACBAA5TH4YG5dEyxd62ZEVHAXvKmkA3IUS0SST6wOmKFBA5h9TxLORJuNGhYDLAI3LWP70AEiLaufK5p9f+rFatxWgglqqKDG7ddueNavHsuoJaqsATME7emGBCfCYTUXu3jqr0dTKsq+5AmCvX1wrioh+mv8ww39o83QzApFQtSAxkpsDpIjUOcfZgG2Spf1NP+Rfyw9cDEQhmUCiIPFMfWX4jHuJKuUpyfm0/kX8sZgvyz+Ym9snkZyBM0Nx/v3f64mqZ+B1m2nr6dMVqdKLmwGPKS6jq+HpiFbPWXN6SbLZuqrB1qPTYbGmzKwtHtKQdiRhr7JduWytSq2YatWDomnU7vDBjMqzXBDCfTrhWp0pOPVqySCPCDE/fhlCosidCr/KNlqiVldWIZXSnppsvhKwNUbMSSOfLbHPHqsaZHMqR74xlcbIOdyfL/XG608YqBekLdZudHzXyp5cgRTZAW0tqpknSYJ0tfxA7SBz2scLHaftCmZzK1aCstM00UlwQZVqhsDy8WAgyUwYGNu65dDgQiqbAmGjxCSVDi/QqjAdK0DqdhizSzI529fzx4iDLZz5BIKgweVvSx8sCeIUAxmLGSBG0mfjf7MV8xx5NR8LWkcrwYnfEZ7RJ9ViP7P54AgR6bl5qM3yf8Rp5f9JDOlMuKLIXJALU3LabAnY9MOLdq6Id6hqKStNhTXxtqJQgAwsKJIuWOOS5fiKVXiCoF7xfBU51PrDGbeOYGTvMTHyr8qdcmRRoCNpDH/uGK1X5WM4GA05cT/y3/wD2YTP01PrD44rZ3NpYTdiFEEbnzJAA8yYxjbmFCCFQeE6hwjt9m6xqy1NQlCo4Ip7MNIBIm4vthnyXabvE1rUlYEEBD5XgbmCOUHHMuynDaqd+W0w+WqIIYGCxSC0Ewtt/MYMcHzdPL01p1GTWgM6ZI3YxNo9oXicUJjehuERkVT0jHxjtJWp0mfvGUBt4EhdYHIb6emBlHjuZWmUqV2c6iC02IKg9BaDzGK3aDP062UZAdIqqyK5Fpm+17YAZd1p0BTWpLBmbVDRckgQZMCYiTYe7BMhDWPKIKntAQOKMZBxIMLMDjRmY+Q6nCrw4ureMrFzKzJ8rgQPLBwcWQqwaIIAFj75sY6SMDi3kd+OTdXeEs1CrIzI6tpYI2lgdLSAVaNmEixwTy3GSKeVlVJYvTvq2UkW8YgwN4Pwwo8NzPd03FSohZ3RvCCFENJhYsTcneSbk3ODK1Qy5doYik1VraYYOxjSILHcfV9TsaAm4QTcCdp+KZiv3TJCtRJCqwABWpuT42O9JYJi026a8HzGbbOA13QADTpRV6qIJI2g8r2F8Q57I6G/9w7lihI+bEGXsB4vD02585xJlcsf0oDvKntCT4Zi37vWMMHAk56ztMiNr/hhC+VPiTKuXpqnhLFy1mKso8MKSoaxqcxsDygta5YX1VKpifpnCj2/zOWpVKaVXEOlQqartKsBpBWGiYc2IINrWwnUEhDKNFt7ZS3Sadq81U/Q1NNtD1Ep3AB3AaLg228/TCVXp5ysKKVqqlCQJAGqNUGLQDGG/tVTJydC7CFoyR/BF/KSPfGFruINAF3E/vfvLt03w1TxF5hTkSuOytAkrNclULx3g9lRJIBrenxG042q9icveVrHSNRh5tEz+1/3IxbzvDqBRGkGoqkks+qZEDSFICG5kDe3niw1NhTJOYYlje7mBYABFZZCgxJJsb7YWWINcTNtjcvSLtTsvlASDTYR1al+NbGY94nkFFVgteqRaDFQ8gbnU0n3nGYHtPZGdlFuqhiXNh9Ebe/rizlzqUHFTiJYKJAieR8sXOHoe7E85OJ+bnTpQnrNqpIUkWx7k6YKiPt+2cS1aUqQOYONeC5Go1MmPA2oTP9k+c9BHI4wtUzaChI6zYUlmVKtPMTePJgGHvAx7XOhdUTt9+LeW7L1AC4hmW06lUFSRMKzBmIheQux3xa4r2WYqBSqayQDpKuvTbUApueXQ74A5lrrAwqxouIFp1RUYs1gABcmAegjmb+4Hpi3Togbdb48p9maukqxCnVztsCI3iWkRJHs4mr5B6CqYTS+piS4sxMsDGwnaRtjVyXwZjKe0IUd2amhPXHj0YHXFccWP/Kjycn8MS8Xr1KIpMy02WsutdFQEgTEOCPCfLB3AIo1AtPiDy0NEMdgLCbDbGVOKVfrz6hT+GIzSpMSfnBJJgFPXGx4dRP8ASOPVQfuOBMeD3a2/KS8V4pUFRgulQIgBVPKZuDglwuvmO5Dq9USpbwJSCkjvtvDP9Go/teYxBU4KuZq/N1PEYt3bn7YjEwpVaQ7sZqmum2llCxudis/SPxxpeIOO6uS0+0OZTMtTNV2VWYQ2kEgAxJA32NsTcY7VZhUD06jJqO0Keu0g2tbA6v3gDO1ShU1W1IELSRG4UHacPvYrsBSzlJP0m6tGjSWBXwk+KCJMhvsx5SSajXVQgf3QJ2P7SZioc3rqswXJV6iyFsymnBsNxOD/AGdyLZmhRqO0vUXUTEkxK3Agcvsw4cO+RvKUO87tmHfUnovMmUeNQEtY2F8W/wDgunlKNNUJZKZVQCJ8OrV5k3w4A1UlbIpPEDV+DTRppq9nWZjqx5TgJxThGgAkgyYsPI/lhpqLCgLadUepY4B8W1ssPbSw2EbiRfU0nfkN8GRxMDiwILfI2B5emIxw4kWDH3YY8pSAQW/3ONnOMCxlxM4lkWpU2dxCi5JwSyufYLw+lpPzxr6jewpm0+sWxJ2rVmoFVAJJmCCQQqtUYQLklUIA6kYqZaGfhTk3FLNsAQSbzNwAJHOwnkBgh3WqLYXFn/jjOm4RhtbTU85uD1j4H3Wsh2wzRqDvJ0cwNYJ9CTbArsr2SfOuEosmkDxOVrhVMWE2EmRaZiTsMaZzhFbLVu6rmmjqQSDUqC28iTBBGx2wJzeYgDCCauPtTtxlFJBo5r+9H+bADtTn8vnChprXQKrAh2RpkqRvqiI3EG+A2YdWYkOhkk+2nX1xZo5dtEgAiC1mT2Q2gt7Wwa3rhb5NwqdfDptOpBvn2xj4j2610lWiro6hRLRFhH0XnfA5e0+aI9tQesP93eYFZbJVGmEJ25rzYKOf1mUe/EvdMN1a3kcJbO4HEedJpWNn+8ZanaCoQIkb7s5Hlswm3XfAmobmS1/3j+f+4xoM0o3n4HDD2XFCvTrJVRYp6X1xD6Tq1DVEgDSNupwhdRnLUDXumZdLpETdV+//ADFp8sCZk/E/njMEsvxE1FDJlqTKZgiix2MRIMGCI92Mxn5zU+f/AF/xM/J6X+n/ALGc+prME1GI9L+lzbli8nEEAgBoHp+eJKNNGIUBnYmFC3JJgAAAXJMev3Ng+TPNBkBRAagkBqo8J8PhchD4pP0ZFjcc7yFXqanJOQxXyWcFRwqq5nchZj1g/wCzizXoVct85QhkcHVrSQp2i9jckC1rg4J5ekuWrGlmaLAqb6akOpi15h1gyAbXkeZbjWZydMAU0dmqqHPeNKQ030i5uDGwO9xjzJdCauUjpE/gmeZGZKoBSqpWwAKturSIMTKm4s7G8QSXaLNMBSC01pB6VOoe6JHjI8WraX5GIF+eI04etY92hTUwi0yBtNhsBFzYYJ9o2JQuTZZ1GBYt7wdMiJAjfphTKq5FEcBkfGzC+Ir5nNVjSFMsxRTqE7zF/FEm0c+WLtDM16mXWaZcUtYZxBXR4SAxBgFTrmeTDpgz2XpZavXCkoQkOFPg7zSV+b1sYEgkkcwpjqOj0M/l6S6zTVe7WV0uXjyAXwgRYIOZ2AwnUZ8eFp5NzJtIM4ghSoyp82hdlXUCBEsBP+zhw7S8BqDKU6ialKPp0qDpFMqIZTBVmaoJIBtLWE4DcL4PTDCKbUST+0radCDmNIbUAfZH8Q6SelcTGrh1NKZVmPdgDXp2uZMMR8OYxcqgjmSZGZXAUmc77N9kM7mQT3yIqmCXnUdiCEVdrxcjb34l7R9lM1k0VnqLVFRtKmmTIsWllIBFhuJ+3B3IdlMyU1LmKK1CzEqtU2kQPFAOkC+nmVEmBi3xLsXm6i6u8y4ZW1DXWInci4TSTBNjG5MiYxJsydrdjZ7P5ju2ev1G/bFbszkqjKRcv9MFWlVutgQAZBJkGASAbxiPtzk7UdWnv7yoJLaDJBYchMRJkySLA4PZCuaGZXv62Wp6CdWitrgEEFfA4IkEibkTtzAHiXBaFavUqtnKZNRixJubmYjVMDYT02G2GMqg2DH4xkfusD/eWuCdk6Pd0hXU+On3jMXYEMQSoUTBgECwIPPBz5Nu0opIMvUaaqVWA3vpYtI5R7QjCxlyKThVqs6qNKuovyuo1yNImIv9kX8tl8hSqI/6TV1021AdywkwRfcmxI9+CDqD1ED8vlPAUkD0M+gadCZ1NrU3AIFhv7/9MVM/lndKqtp0lfDEz1vjnVPtbmIEGRAIio62IkdeWIj8oLEECqgbaCarmdoiUn3YYzqvUyZNM7nui6htidKerT7mvgVxSoCh33U38oX8RgLxPjFCoRP6QGUsZQ0wCWMkFTNgZtv1JxQObTkuZb17s/8AbjxyYz4xx0uTyjZSqeAYierfC0OKRYJXHQsFgettseNxFGMVEzSEWJUUoPKRK7YMOnnMOHIPCTdrs+9Okj0zDrUUg38wdiDsTzx7l82ujh5ZTq/RKzSPZUkNqXfc2geWNP0XIusGtmlncFaZ+5DiVshkSEX9Iqju1j9iTPMMYgSMCXxk2TCGnzeCmFvk24jl2pdzRDUmTxsradTSVGu06hqKreSo0g2gmr8pObymZenRZia1AsCwBIGqJpzpvBA/hgiZnFHhHDcpQzCVv0tnCBvCcuwBlSpDy51AyD5FRiLKdl0nvKecp1NN4q0iWJifEdZGomTtz54SWWquZ2ORHLsCPcfpA1XsfSuNRkKrkaT7LAGbRbxL8cE04ZUZSoTLsAgEGkF8IYMFGlltrOrSB7V4m+Hmpxqr82aRyXeiF1zoDJ3bAjUULJBBgARZeRwu0ezmdJUo2VNMowKjMMCwYWJ+aswsYvecAig3zCOXIwBofAfSBE4IaLpVFGgrC0Ia6RtKsoqQUPSIN8EeIZ+sSCaVOSqsSrMplgGuYJMTub4IZzsrnn7nVRod1RjVGY1FhILW0CbA2mbm4nE3aPssWqq3dhUpftHQiVpmYAE3uIG8SfQkVNE3A7WiLVfh9ICzfEKk+EP6itF/TTgRnu1VSiwBNUWkzV1R0MaR5nnythjz/ZzMWXKq1TWAYDgERDagWYcjBH38kziuTrJVcVaTKwNw4g7eZgxtIJFsLRhkG++Iav3aCi/Pm/hdR+HaivSCpTpllVVGpnkk6RqMqCD4pgjcRj3Cbw+vmxTHd0GKXIPdAzJJJk3N5xmGHd5wP9MdQP8AtGXs7lcrkq/euyVSqMEFOnUkMYEhjTCjwlhv9I4sVO1VV6/fMvgX2aa+1uDOowvL/wAbYx8uqKSXpKQNppg/aB9+E7tDnjUcKHimpgkFo9+kNuRAMG99sR5EbIbevv3yz8vhY3yff/iM3aLiOWzdTv69KrTIpqpAIKmGY3KvquXiy7AX6UOJdochVYPUo12IUKSrbwABZzAA8hJ54DUOK5JIFSgyW3MuPjM/FRg7l6OXIDJTpEciEX8pnFeNHqrEB2wJ+1vjKY7T5SmIoZeqpP8AzVBNucAg/DG78bqrEZdqpa8sXYC+5CIs3v7sHKWkUwwESzCwEWCnl/FjK9QBtIJ2U36lVMfaBg2xgG2PymLq/wBqKa9sX24jnnFsrRA80P8A31PwxYyvAuJ11LKaS6LhCEk/wDSwJHrPTF1eICRIkTthuy/EaWXpd+xZFQSwKEnluBJEWv54HLjPVRcT+b5qgJy9jnW70tWcmlTepBZ1UqohiqkLLKWWJG4nlejTqKxlqtWmDfSWZyoPKbBj1ML6YbuL9qAa6VqqqtGquZRRV2dHNBm2K3BEG5iRJJmEvjAUVHZL02dyrKPDGowFbYiOc7dcPP8A64vrf1mYc5bUk+n0l2qcgW8dSuDb6NMg25NqbnJgnF2jwbLkAplc5VDXDKgg+hRSCPTCkHVrHbnHLzHniSjr8dFvFo1QCJ2u2mbi0taOeIzU6q5n6Ru/QFE6eHVoXnVrmmB7nUYr5HtPltmytFd4YxU9CZg/YcCOGcIpOqtpFRm1TTXUChBgaoMkMDIIsL9DEvFOF0hS1fsaiAAK0zUvBGncECTq2tHMHB1Qv6SdspZ9pJ+J+s8z/bfu6jIMrQ8PPuqPSdjSODuT7R1qtAFVQagsqtKlckhdKqKQn6XOdutlnI1vBLKW0kLvFiDHI9D9mCQobOlmkRPXcaT16beuFNyppfnNVWGQb391Qp+t6gMExFoIFotG2Gjspx1mVg5mDvz2FvSxthdrIuaWnV8S1CGFVtDFfBA1ki+ppgKoLEqQBtgx/wAB5qkCabq+8gEqxgwIGxkGbkYzT9pYYg1A1L4mQpwGjU3FemKWa4i0b4GUOy/EImwP1WqKT18x9uCfCcvS1FK2pngQD4R0IkW1XFiZubC2KsubYhYg8Tl9mAau4r8b4xoGpiT0E7nC4O1WZZwBUdBySmqn4SQSff7uWHntZ2TWvTLUgaTUlaoFYHxqQCdU+JWGkwCTEmw1ThH4UzU9RC0qgMfSAK8gZI89pG2Ik1S5gSpnVwYlr1l1e0BDEPVq6l3FRAR8Axxfo51nUMKCMrGAy5WvBPQFEAJ32PLFCorll+YWKbatLEMDYSrAR4ZExOHnh3a2gKYlalAr9BablQNoUosFRyFjHIYzd5H5/WU5d6cqt+76ROPEaXMUARIN66kEbiGcQfdiShxikr6bUwDLsGJER7IkyJErIIN4m8H3tBxJMxUeqtJUiCG0Q7kwoZ+uxIBvbe8AVwzLb7333+q2xAmedrkxFtWMFeMHVbjhoiifCz9ajAvEKjL4QCGLP41YkM4vAARhAIA1XsJ6D0UgBs/92D+IxazfZGlXyhqEgNRFVmOkSzA+HURN9FjH1EgYV6PBUmwCt5WOJDlxuT6GugMb+HpWPag5HXkiHFZQZge+iPwq484/xKpWUBAtR2JldJWVVGqN7VQggKjEibiReYwFqZRlMd46n+NhH22xlB6tKrTcl6oHeDS7sRD0qlMmbxAc7Yq0xRXHSvZX8zdbidsZNG+g5vrx5Rl7H58V0CyQ1Q+Fms4IsVcgAaWOrTBsYO7Niy4qS1/Yu01WkDaSOQm07YUuE5bu6qEtoAN26C5PP3+sYP5DgL9+cwz1K9fM09K+yNIcKCWKjSro2kHYe02m2DOlx5MzOv6D0HP8TknNk0dJ40L+yITVM1yTMRyipUj3X2xmGHhXe06KpmXNSsshmCm9zp9kQTp0gkbkE4zFH5LD6/E/WD/5PL9gfSUeN5XheTolzlaNRghdUIUkgc5ebfkcQ8JztKsHpPQoJTdVWEp6UqSTIuPEBIG1iORMYJVxScg1KI1KCoJW4B3Ct09I88Cf1Pw9F0hxT0hdI75iy6TIiXJA8uYAEEADCxqF8vlPbGYUSZz3tf2H/RK0ICaNS6E7iN0J6iRB5gjcg4G9n9dOq1KRJUsoJgGBy/eIEe70x1HifF8o1IUiRVKEFS1PUJmNmUL7LMLiPXCdx+qO8y1RBBSrpstNQFYXtTpr0G8xfqcLbMEfjxnRx4WyYqZeehhvhaMMs/eFVOpyBPKKQ+Mzirnab/pGrVTCakJJa8AQdINpiY5SBgG+aqRcuY3knliqax8h64ofKjdZLj0eRWsTouU4rw+ihprpYuwOpgWOrVIcvp8I2tYLewxZz3FUp021xoKmxN2mbDzI5efLHMwo5vPoPxjHjU0WPBO+5+PXDE1gRSoEVk/CDkYMWqWuNcXGYWitW4oSKfsyAQFIOlRIhR8MUKWY0KFpghQIET95xuM27FkoKodSouOs7GfvGPM3wKsEZu+1MntIFI9YYWJ3tAmMJ7QgAHgRxGnxtR6mUOIUHqC8C+5PriKgD+loTuQJ9yaSffE+/EAb4+e+CWYpgZ+kJF1S/rqGMe1HuMuCqAGHmJey/BCQD3G+2rnzgajv5YgNAA+wFI5BQL9MP1Dg2YA0u1KimxfUDqjmoBmZg3wO4nwTKyT+n09ZudUG/koIP34nC5D14g4NVuY7h8jE3MCKRt9NPt1fkME+G5fWunripxgKEYI4cB6fiAIB9obHBPgJ2PTFGD9Jvzk2ta8o9kZOE54ZWlqKqrayCdOqZ1EMdIDahJuOvpi5lu3ot3gBAM6UUxH9s/COkYE8Wq6stMbVB9xwvUyGMC/+yfuvgMuofG21YzT6DFnXtHJu46ZntvqBCiqAeYKyOvM4B8c7RGqVCqUVZBGr2pINwANtPU7/ABGJkahNkafIHEzcHrPsvxYfnOFfmMzcfxKRoNJjN/zKvaHitQLTmpUCPSll7xtJksplZ0m3lgx2ORRQRi1NPnWap3p0kgBNGiR4hGva0scUs6rUjShtLrTAlT+82x6YtUO0eYUXqah0YA4ZYAoyZ9Ozc46jg+To165q95RdYBA1DWGAXSIsfbUG++2LHEAmoAhRP7ik++QcLHCu1tXvaaBaXzlREkIBGpgs23iZ3w2k0Kw1Coj8tQWuinlZxKn3HC82FsuPaj0bkbF8LDf8oudqckummJSmrMRqaQtgN9IPWNsCaHBqc+DOZZ25p3iqfiTO0jYWY4vfKNU00KEaAkvpKPqBiA14GxGAFDhARQaqhnYExM6RA5KYJCnVJt8MMVNgo/fEerl0F/fMcaL16OXK6EqKWYtoIYkERAABhd+sCBcDAnjXaFXBB8BkSdImT9GCSfaJMm488LnA+AU3zlEMyqC4IIgsSo1qscpYAGTzOOlVqdAVCGSizsT4HSmXi0FSw8V9IgbT5YALiwv6nmS5e41iIGVqIrItd9IqH6IHhLgBUuSSsgbDdjY74OZvgwohfAxJLxALHSIMkLMC+GipwymVYrTGqzDSqjmN2I9q8T78R5el3tOlFQ0xT1KAw8LJAgMZDTYXkeyd5nCNTkVmpZRg/EMmMAeA8IvcN4tk6dAuZNRtQMCDEkaVkiDCzyuReIODtLi7UW0NTDafDYwRHOIIYzPTc4oZXsM9XU4zFIKHYlRSa3UTriIO8c9uWLubzqM5DRL8zESbaZ8uu3ni7BkGNQGoX09ZPrAuR96sWvr6ek3PbCitiKgjoo/zY8xvmOC0mYkgCYsPTHuLbnP2wXwz5P61emlVqtNQ6hhZmaCJEzAn3nFjO9iKGXQtWzFQ6RqIpqoIH1jJIC+Z6HfBXgnFmXJ5eZPzSAn3Dyx6k16gJVQA4YAgEFlIK1Kn1yumVnY3sQCFogKg+ktzavKHKg9DKXFuxOVpUC6ioW0uQXYyIpu4JACiZUWIxz7jwVaaFX8Qqp0sDIJj347H2iXVQYdQ4+NNx+OOGccMUZ6Mh/6hjn6pR2qTrfh2R3xPZ6SzmwRW069atTZuUTrUHbyJ+OPBRXGVl+cB/dYfap/DGd+B8cSHwnWIon2yqo+/G2aEAYiLm+InnDBAMJ9juGGvmqikqoZC8kxAXSLn+19mGROD5GhDvm6ldSTApAMpI5awNJ97DC/2L4VSzOdSlXQPTKsSp25D43+OCvavs9WyRVFc1MusMkxq30+IASTylbGdhiwWVBM5DYMLagIx9fjcq8Y7X5TS1OjkJJBGuuQSOhCjUPeGGFfOiM9R8xT/AMTDDDX7G5quvfpSCIFNmOm0kyLRzwDz+XJzVF5EDuRE3u5vEbYN+evkZSdipSnjcPWMNfsLX7sMHWq4ClkNo1XAV3bSx9dMwYnAKrRdSVZSrCxVgQQehBuMdfyuSdU0MVYCIaBNrDUCYbwmJkRpGFvtTwXLvU718ylFtKrDFTOkQCbg6j67ADliJUzEkMvHnJtPrG3bXnPM2pFJ/wCKl9hb88HOAXgYF8XChHVHFQBqZ1KDBuRzwT4A0QemLcA7p9sTrWvNfpCfG88+XoSgRmZwAHEjY3jrbFzgva8Ll0SQ1ZwS4CEBWidiYZAAFsbkTabVe0HD6tagulYIcNDSJXSbi198LmSy1SnVXXpiG2I+qeW/2YXqV3L6TdPjTJQY+MdK/a1lULTpqp2BkxvI8I3368z64U+K8AbMVAzUmU89IKqb7w1h7oxmY4iimdYBHmMUsz2iqNPz9SP3bfaAD9uJMCkWTY+/WXvpsaEdmo95Mv1kNLTTcrKKAASDC8h6b4J9lOzNTPd4VqBBT0ydE+1NhBAMaTPSRhOzeYIjdtSB5J5Gd/O2D7itlQdNWoniIDozo2kfRlWEqJn1LHnikd0ktPG3WkNEff8AMaOL9mkyOmp3jHQyhiQngYwUITeD1vEYNdlc2K9KrSDaNHgphRBFKIR1XaOXMWHXAzh1fOBKlQOWrU6WpzUAfVpPhRVMeL5wrM3nrGKuX+UKqSDVy+XqkbEKVI95L/YMe1GNBW4kThpp82ocurXXHWS9sq70FysFdSCrfSCDqKGQGEe+MLtXtJVdWUrT0wxOlWVrAkkaXCzb6uDPG+O0s49M1EqUggYHRpc3I2kp0xrX4Pw9qFRaGYcVyvhNdWA81lV0AESs3iZwxcik8GXrhZFUMp49L8Zr2F4xlFYipFOoSClUxAEezLWQ+u8+WHfNZVToWo4hfFTfSZ1Tbxg6Qec85HrjhTppJFwwMEe77RvfbBTg/aHM0B81VZV+rutv3GlRPUAHD3CP+oT2fR9od6nmdZysOzSznSWEgwt7EAC0TyvjTNVkpkjVUlpEBh9K5sbC/MC2FDK/KbVECtSR/NCVPwOoE+8Yst2qyVZ9TmrSay3Wbeq6oHnbHmVSOKuSppmRv9RSR6Q7luMKMu601CQoIAPInmbcsAa1BnpnxBQYXUZPiYgKqqLliSABzJAGCmXzGUqArTqUjIiFcTHSJkYjHD3pKVhnQkOpEd5TcRDKdjEDztzxFqtM7045r74icr8kIKEu1e0CyZqIh5q4hh5MGAIPqMZgVnsitZzUqfpTO0SSVEwANgQBYdMZgRly/wDL/wCf8SPafuppV7WJl8jTkK1RVOlDURWYd4wlVu+kXkkR4DE487MfKply6rVQ03YqqhGDAloF2OiCDY2I6E8hnCuwi8QpJWepUWNSaFGoLDMOQJub364YuFfJymV8amsxEbQJja0yPhjoYSQgB8pVqUXtWrzMca+bFbLq6ggVApAO8N1+OOHcc/8AbN/Y/wAS47ZSrFqKkyPEtiZNnAuccX4yk5Vx+6PsIP4Yj1n+4nt+k6n4X/t5fvzkmaeHTzDf4SfwxXqPibOG9Lz1f4GxXZMSgTt5TzMRgdziN/LElELqUMSFJAYiJAm5E9BeOccsMWf7DZijDoaeYS22kGD9am7fYGJM2jfDRIM2cY+sGdlKqUsyalYVO7p03Ld3IaSIA3G+1zzGCHFflINNi2WyQQiD3uZZ6jrI5pPzZ5e0fwwLy/aJBUBppqWwJYaRCwwD+JgWDMPZJtp6E4g4hWuH8YeSY0gK4JJdmiUeSd5tBsZs9HZe6RPnMmqfLlBVb9IN4p2wzeb/AG9d3B+iDpT+RYU+8YKPV7ypT1DQytRKko3jUGRpMwBqFSTf2QBscU+Edja9cA06TFbeLZfXUSAf7MnywU4kyKlFDbMZeslFyKgIZNVZh4IBUy+9/dhnXmdjKwVVQV19IJq5zNVGio9dmb6JLmf4VFmH8IwZy/BEBojuyA6Ui/mxRWa8SPETYG3lg1V1HIjKq0JAFter2g28zyj0wRVCUoe0Y0k+20Qun2jJ5QST63wS4ybsSbJqtvCxDp8Jas1WlRAnWI1GwVWYyTcxA8yfPB3JcLFIhe8VyN4BHwkXxvwnhNehWNWkNck2IiQTMAmx/wBMXKmWrK2oqoV9yCpi8xbnbliVnfG4TjkxGpyHI4ZORX1kva3LD9Dp2II0Ty3H2jCElFFN1kbEfhOHniyHuVDU2fxAgSVvFiT9WMLtfKILItMeoZo97GffGL2Uk8CNwZQmOiepg6nURR4aCE9Y1X5Wi2IKuQZ2LFGGoyTYD4E4MLTYrHeR5LYfda2PG4SpHtaj1Zjb05YAox6iGudV6GDc5wl/AQJUU0WRBuJ89rjFnOdoHzK00ZWHcoYLOGlXIiLeH9mbEnf3k1lcoqhfFeAPCduUWM8sVxl6VPNKlLSVc6TK2/Oxv8euEMFY1zHYchC77HAJ+XynQuydAPlQ1RVdgWhmAJHoxv5W6Y5pkaDMo0gmFBMAmB1MYduHcQr0KZpKq6eu197EgiN7ee+I+FGjl6RAMMG6g8rCQTsOXmepxmvPcUjwkWk1Y0yO1XdV84qJg3wXhiWq13SnSBnxlfHHKG3Um217xiPiXDQ1VmowVYyFkWJ3AEyfFPLy5YqdoeHd1lhqPjLBm99onnAA/mOI8eFmYWODO52y5sfcar+IhDN5HI5jVSy1OtWcD250InSalRSfOymfPFFvk7K0/DmEapeU0NAmIl5Mc/o3xc7FcTU0e6kCoCx/iFrjqQIHoMNtV1CNAgWP3TjqriVBQnMbLkRttn38zlXEeAZikYamTB3TxDl0v8QMUtY1H12x1zK8QprUqI9MHxmSQCfLflGLVfgWVzA2X0YBh8GviFsylip4j8etKjvCcbVQTcA+uLVKUMIzIP3GZf8ACRh/znyc0xqcIFCiSyuQLeRsPcMKNfg7qSdDgcj4W5c4gfA48VYcqY9dVjyeHykY4nX/AK+r/OfxxmN6XD1YT3qL5NY9LjGYy8/mfjPXpvIfCNXY/jppJTpqWhK1dXVVkkO8rAIM3Rpi4kRjoTPIkGQbjHPOwuTl6z+y4LOpidOvUI6GxI2x0BqYXwjZbD3Wx0sdHGGE4Wr4zuPWQZpvD71PwYHHGuOpFKsOgcfCfyx2HON4G9Mcs4zkdffou5NUD4kYh1vDIfX6Tp/hR7uQen1gnMG1E9f8n+uIKhtPI8+XxwZpcH1U6MvpKAe1TOkmAtpMx0lceHglUOPnomJJLbdbSGEcpvhAE6zsWPHlF9zhq4Z2geqgoNR70d2FYkTBuNTRcLp52Mi3XBng/ZjIll7xxUcwNIBpqT/APhEx5YYOI5rLUqD0qYABUgCmAAD1tA9YvikafeLNccj2zk6nOgO0g38Jzqv2cUakDCGIYyOYAJJ030gKdQAJGgTBYYd+EdlsrRoiqU1xeXBZlPmsWMzfSDgLVzdMqJ0wYsYtGkbbCLL0sTJgDBnh3EiuXU6tKTIMX9wHrYG074TpXd35E5rYhisg8yXM9oSbU195/AD8/djmea4XUfiBqMhOqqGkoQNgdWs+ErEGB1w35gqwAXVIZWDE3lWDDwi0SLgkyJ2wVXKisqqFXVChRcadV4MLdbzfcNbYDHWIuJ3FTNW4SoAgBtj4Tp5TuZB9IXENagBp2XcQ6DmL6WMx/NHrhsy/B1gBjBESQecDry9QDiPO5GnSUtUchLAkxF+V/wAsL7XaLYEe6YRuNdYm1aj0yGvcgajf/q2PLBJc3Tpg1KhUKLqgF2JvcbepxU4l3Lk9zr085sPdAGFniWdRWKECFtcnmJ674iyaBdVkGQkgeI8TKkzHGCo6zbiHF9Q+qkwBPMixI6WF/wAsDMnmxpqNoDPGqQql1QadR5lU84glh0JXarUpOZIPIGG6CBvPLHjLTMRIItJuY8Nv+nl1OOs9gDbInDftmtDiFMJOnrqkAkbkaCdzAi89Y3wQydbLd0C7apB1QraqRloMBwKw0gT7IUkeIzGBVTh6tAFSANvCJ57kG+/TE+XyKqQWZWVQCAJlm6Py0Acpvhp2wqaEqFJKaLU1a2YahIIKiTANyCSoDAiPa8pwWynyf5hClQUZLAMGLyBIn3b8xhWzWd1Ezzn/AH64LcG+VEUzFermqp8KG1PQii0oFKjpPhm252xLmAIFwmVm7gv6x4z3ZVVUd07VH5zAB5ELYR5XPPC5Vyit7Sg+o+zDDW+ULKLSp1XqwtQ+E93UhSDuVCErYGJgkG1r4J5LK8NzanusylVwNTFKi6rndqfK/UDALR4nlBxrRHER8xkda6Q3d+zcbAAzB2tG/lhU4/mC1VwrmHcp3bgKQVjSVvBELpIMFSY527EnZPTpek41SCBU6zI2HX7euKmYyOaoeJ6SlUY1JU+EHUahJ6rqvcDnfAOCDuUXKEzHgXx1nElqEEG4IM2sQRzHMGcNOQ7csU0VpcAjxCA8cwT7LT/ZPriPjCjPVz3FMa5YvUEIniLP4id5YtBJBtABGA/EeA1qI1MoKX8aHUttwxHskTswGNLfGdcd5QHE6XQ4rlsy3hdSxJhW8Le6d/dOLf6Gy+yT6Hf4/njjam3lgpke0mZo+xVaOhOoekNIA9Iwpxjf9QkzaU/sM6lVzdR6TU116kYFlAksjCAfDuoYEEeYnliqeMMq90QeViLg+SxMwRa0+/Cllu3dQkGpTUkbPTZqbD0Mn8MEqfbnVvma1Izu1Ckze50UmOUkA4UcY/YYIGTEKZLjUOztL+lqUkqc13jpO14jljMLaZ3JES2aUk3JZ4J9Qb4zAfl8/gV+clOXP9iXuxefVDU8Dur6RKKWCm/tRtYzg+eLFq25iSTeQccl7O9q6+VqB6T6TsVPsuOjLz+8cjfHSOG9vaGaqIO5FF4ltjLW2IEkC/rIthLac5dgVyu2WavCyO2XbYPyh7N1QZTdiGgC9xuJFpHScJVPKA16+uyozOwkToLtFpnxEACYn7cOtbOUmWNYBIKyWAInc7gjy/DfCnneAUtQ7h6ZeFQMWP7NQdKMy2YggAGJi0ROL9Tg7RRzyJzdPqWxEgdDxBLs1ZyzrAFlEiPcABBt0FziJ6dLSafePKy4CtOm3iBJDAAi8dV5SZ9z2XrIKikEHbwkGANzYnfxX6RijksnobSfDMgqRBiL2N9pxDQAoT6lNmzuHgSPieYqJp7oFy4MLpZn8J8WgIsWBUyep3xfXi2YIXVl4MHUPCYIZhHiqD6IU9L/AA2XKd6VG0GUePZMe0hNg4IDSZ22mMa0+z4/rGYR/V0B5T4aQxdgI20JwfxBcnamzx4SbJZjvNWukENtJCoJ3uSHcnlsRuYHM3WfulLKGmyhVN2ZiFVBsJLEC9r3xOhYrTV2kUwFE+gF/gMC+PccWhVoICurUanifQPACQS2loG523AxTix97mQO+xZY4TU+er7qy1HRylQDSwVaZFMhRazbTcmCLjDN3Pg1LZtNmWxIuyg78zttcxZiCs5fiq5kiuoCh0QxYGSuoz1M21c4w0Uc0hpJ4l9kA3HKR18sOcLfd6RFkqCesmpcWqaQG0lriACRz52O0e/FytVdqLMobUukrEzJYC2m/T4YDCsuqxmfO2GTgnEKVOdTqABaWBJwuYIN4f2KqVTqrsVBM6R7R53Ow+0+mOV9uaYp8QzNOmAFR1ABJ27tDY9ZOOudou24pITTWo/ICkjOxPuEKPMn8scY4rQzOZrPXOWrqahBK925iFCxOkTtvhqUDyYxbPJ6QUXI2GrykfG/PHjOQR0MyNJnqBIsI64t/qPM/wBRW/un/LHn6lzH9RW/u3/LBmjDlY5iLzbzJFvOeePaWbvIOof6jp6YkPDK4/oK390/5Y0HDqxJmjWgX/ZVPs8OMM0dZHmMzpWfh+f+/wAMCstS1uoJVdTASxhRJ3Y8gNzi5mshXZr0aoA603H3jGv6vqDdHHqp/LHPzPZqdjSYhVk9Y+9puzNMcNpacxRXuAxCxp742DEQx8ZgC8zAgrJlT7LdpnyNU1FQNI0mbGJBOkjbYfDAggDpOPJGJ93iJWmmAQo5u4/8V+WKu9PRSpLTup1EyfCwYHkN1H24h4l8qWczuXbL1RTUEqS1MFSwH0WBJETBtG0c8I0YkoPDThmNzuqYmkxYyGrpOs8IyfzGVNBCUqUkLFVJDVYK1AxH0w4i+wgbCMTdn6DCvV1Iy2p+0pG7tIEjqPu8sKXZDtIKYNF6tSnTqGzI7KATYh4Ox+ty5226FksmtEjxOWdqYGty1g0+GTtBnA49OVzb7kupd1U4yOD4xW4n2ZoVHY6dDEm6W5/V2+zALP8AYuqgBU6lOxKsLbbgEb+mH05O5PU4MrU8NPSCfm1UeRi4JHnM3wGqydmAQJMubIvFzitTI1KZIZCIHqPWRIHvxiHHWuIsj5rSsHQgQkeVzPvge44r1+z9B/apIT1i/wARfC8SnKu6Px66x3hOX4zHRD2Hy31WH9tvzxmC7B4785j9ZyQ4bezuXVsq7lQXU2YgEjwjY7jHuMwDdJdk6H2S7lGLETeHi97dMMxEUXIsfD/ixmMx058iOsAZWs2phJi1ptuOWC2WYhtIstrctumMxmJiO8ZUSdvuhfLZZCZKqSbGQLi9j1wSy/DqX9Wn8o/LGYzFSdJOxNy7SyFL+rT+Ufli3TyqDZVHuGMxmNgSwmXX6q/AYlSgv1R8BjMZj3jMElGXX6o+AxutBfqj4DGYzHp6eiivQfDG3cr0Hwx5jMe8Z6Z3Q6D4Y87peg+GMxmNM9PGor9UfAY1NBfqj4DGYzGGZIzl1+qPgMRPQX6o+AxmMxk9Imy6fVX4DFSpk6Z+gv8AKMZjMFNuUq3DKJ/oqf8AIv5YF5rgOWIvl6J//Gn5YzGYyGhMB57geXUWoUR6U0H4YzhJ8VJfoq7BV5AaDYDYDGYzAypWJXk/dQ/S2GKvEKhAsSLcj54zGYm1H6ILfplyhRVVGkAW5CMTYzGYevSe8JgxmMxmCmT/2Q=="/>
          <p:cNvSpPr>
            <a:spLocks noChangeAspect="1" noChangeArrowheads="1"/>
          </p:cNvSpPr>
          <p:nvPr/>
        </p:nvSpPr>
        <p:spPr bwMode="auto">
          <a:xfrm>
            <a:off x="63500" y="-1571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spcBef>
                <a:spcPct val="0"/>
              </a:spcBef>
              <a:buFontTx/>
              <a:buNone/>
            </a:pPr>
            <a:endParaRPr lang="ja-JP" altLang="en-US" sz="1800">
              <a:latin typeface="Arial" panose="020B0604020202020204" pitchFamily="34" charset="0"/>
            </a:endParaRPr>
          </a:p>
        </p:txBody>
      </p:sp>
      <p:sp>
        <p:nvSpPr>
          <p:cNvPr id="3095" name="AutoShape 39" descr="data:image/jpeg;base64,/9j/4AAQSkZJRgABAQAAAQABAAD/2wCEAAkGBhMSERUUExQWFRUUGBgYGRgXGBofHRscHxoaGBwYGBoeHiYfGxkkGhkYIC8gIycqLCwsFyAxNTAqNSYrLCkBCQoKDgwOGg8PGiwkHSQqLywvMTQqLCwsLywsLCwsLDQsKSwsLCwsLCwpLCwpLCwpLCwsKSwsLCwsLCwsLCwsLP/AABEIAMIBAwMBIgACEQEDEQH/xAAcAAACAgMBAQAAAAAAAAAAAAAFBgMEAAIHAQj/xABKEAACAQIEAwUDCAYIBQMFAAABAhEDIQAEEjEFQVEGEyJhcTKBkQcjQlKhscHRFBUzYnKSQ1OCk7LS4fAWY6LC8SQ0o0R0g9PU/8QAGgEAAwEBAQEAAAAAAAAAAAAAAgMEAQUABv/EADYRAAICAQMBBQYFAwQDAAAAAAECABEDBBIhMRMiQVFhcYGRodHwBRQyQsFSseEjM2KiFTSS/9oADAMBAAIRAxEAPwBwr8KpoFLD2iFHrBP3A++MQfrCjOkU1gTYXIjcmP8Axgp2q4a+ayumgwSqhD02DWJggqSNpUsJ5Eg45ceB5/Xp0V9dx7DcxB8e1wSJmL74jzs4YV0nR0qY2U7us6LleGU6klRsYPwB+4jArjHBi2aZQ7ooUGFaLlmuY3sB8MNHY3gpy2VC1jqqtLOdxJERPkoVZ/dnnijxpyM40Akd1T5eb46OlskbutTk6zaAdp4uB6HZid6lX+8bFX9StBvVBABEu/Ujb0FsN/CuHUXTVVqOrlmt3zLAkhQFBAAiMUuJ5QK7CnUq6RYRXYkzTJDLNv2kKRPnYYecvP6ZMMRIvdBOU7M6kBL1JvtUaLEj8MXcr2YVTJao3kzkjptg5Q4ZlpbVWf2vD/6httK/v/W1YkpCmtQJTYusrctqO+2omTgd+6xULZtI70pJlMv3SsVLMVBIXqR6fYMbUcjl/wCkUqPrA299reu2KVPhbMiuhIYqNmKhrcyLgxzH241pBmJRgQ0XWpUqtbrGoBh8cfOtqHVtxND2TurgQiGP1RlSCUhiByKn42xT4TwikSyuuyowj97VMnnsMUMlwNEql6erVfVB8IF7ee5hbxOCzIe9Om3zVH7mw9NSWxlwIt8CBwqniTVeDZVQZsQJuRiHh/C8tUSY5xYjoD+OFntnRNClWzClQwRCdQnVBKqu4tLG889uRi7Hs/6VmaYICqEc6RF2LC8k7BYwB1Lg0R16cx66NWxlw3SMb8IpCuBp8JIX7GPxsL4JfqDLdD8R+WKuYQ6V696v+F8a5nLuykays88NyZ2WuOokyYQ18+MAZTi+XOcOXqU9KMdKvNw14VwRcMIhhaTFxDE9xLglEaQg3JmY5KThHzwVOJhGPhC5UBupL1tjz8TL8cdBooda6r+3/gOBxZmL7T9+MdnwoEDqK4/txI8twnLmkjspkorGOpAJgR9mKXEKWXo0nrNSfu6ZuRPs2v7OoG4kRa+N8uxWgrM2lVpqSSYAAUGT5YSO0nBActXIptrUAgBTYl1k6RYHcTGze/BLmZr46T2PToXVWPUiP2T4fla1BaqAlXXUvmDtYicV+HcOo6SKguIgDcyAT9+K3ZKg65LLgyIpJIIgi2xHLFvO8OFR2EkaRTgjcTTWfd5Yzt27MkdbgNgUZNt8czKeToEyabafXxDzgi4/3fFunwvJsYBBPTUJ+ETOA5V0Ol9YnZjWq6T7gRpPlOIs1wKm7BmHj3ApyJ87knn7RPPzxMNUycMbPsjRp8bdTQ+M849wZZAQsoNYLKmDGgmJHuxV/wCFv+ZV/vGwa4k2ilTLbjMqD/dHFXiAVstmagrOtYKxpKtRhsgI0ooaSTP0WvyO2PoMLVjBqcTMt5Nt1BT9nYdV7yp4o/pGnntfyxBw7gbVCdTVAAFP7RuYkiecYK5imTQrFatZXVGZZqPIYavAgUEuY0EHQ4nUI2URulQkMHzCqWpjRLsyjVFVidIUxTOpQJuD7dkDO1H9MX2J/qm1LssJHjqfznF79RL9XzxdyKaadL2mZkRnklocgahcmL8ptgvQCEX5qvLyM4VlNgGo3EKJF3Emm9PSSqz0OkGR1k7WvbrfHtBabuEZQCwMQImD0Fut97c5ESJ2aZW0KfZECYnTy5f7vifhvBCtZWJnQZNzA3mfMgkXv4vXHBxNn7UXfr5T6LKun7E1Xp5zKnA1nbGYO188uo+x8ceY7HE4lT5moMUMoSp6qSPuxfpdo82ns5rMjyFepHw1RgStbG3ejE9TtEqeojt2T7d51s5lqdTM1Hp1KqU2B0mdR0i8TuRzx2lKRd2Us3hjkp3LDmp6Y+cOzdYDO5Q9Mzlz/wDMmPpbJ/8AuKo8l6/WfpjGYgrz1P8AE5mrIDqAOv8AmQ5jKhBvJPIqn4KMeZbLlyQdAIv7B/BxijU4kDAIPhsTMzEnn+eDORyxHibmIA38/jthS52bIQp4EDapHSV8xkgglikfwv0J+ueQPwxXFVEYQUnUQDLASsE3uIHMzAIIwTzbgaZQsCxBhZjwteBPTTe3ixVWqZvSXUGIEC+5htUQJhTvz5mAbO0bzi9i+UrLmRTQgFdNMCYYmBBYXFMyAATbaMZmFWpZwJU2hyGm+x7sG8G+xg+eCrUUJkhSep0zaPLyHwGMbLKZ8Kkm+w3tfbewv5DphVL5RlnziLQ+UvLaQBRzCiNgKP8AmxOnyi5TVq7vMLKqu1PZZj6Z6nHEqHEKqgDVta4HK3ScTjjtQbhT7j+eN46VOh+XX7M7UO0mSzRKd1XqFhdQgMjbxAWIvF+uCmSaihJp5ashb2iKaAmNpO5/1xzT5KuLGrxAU9IE0qlwemk7Y61wtdSMejt19wthZI3AVJMrDG4TnnnrNdasP2VWdQafm5kCOsRc/HG1WiHiVrAjYqVBHvUgxt8MTZnPpTG0+U/nzxPlK4qIHX2WuJBuOu/WcM9oiunSCVo0ZU93UZi5pgsFY6hqJEtJ+ib7Wxf03BNOoYnnT5iOs7HHlfL6agZKQYwxnaGgdTAJEiQJ25ScY+YqxamJjmRAtMefqOo3vG8eAmEk9TNFy8IE7uoVA0wTS2iIN72wMzHCctRXvGy7BUg/0RAvAhdUCJ5DBb9IqEiEAF7sQOl4EwIkbzPlcjO0mZf9DralgaCSehDrFvMSfKw3mBr0ENCbAsys/a/L9Kv/AMX540q9scsrMdNQE6ZHg5CBzJ2xz7v5+lGK2ezEsTq3/LAgmqInQODCD1M6JV7Z0GBBR2B3B0X+Ixd4ZnV7oVETSrGPE8tOrTfwHnHM745L+sCNiMdG7J1tfDUY7is0+5ww+yDgHBUFqEm1hx4sRbHdxkqZMuAGRTD6/ab2o0z7I5HEg4Yeij3N/mGLOZfRcST0i3qZ2GIKPFgz6QF5TBBidsOGUrxciKqTI8xw+oqyoUkRbS20iY+c3iY84x7lsmzai/hE+EBVB0wLkMWvq1e6MEz/AL9nApqdPwHvH8ZLASIJIeTEb+Ob2GhY2ue8+c3aPKWP1eB9M+8U/wAExq/DJ/pKnucD7lxFl8gndCmrtCgCSxBBsRKxAOxiPvxKeGLMyZLapB8y0WGxJJPqRtgST5whx0nO/lCpPRzCIlatoamGhqrm+pgYv0Awqs5IgkkdCSR8MdC7acEpmpTLF2hD9KN3Zj7Mczhf/VGXH9Grfxy3+InEr6dnN7uJ28Gux48aqV590We7XoPhjMNa0KQEClSAHSmv5YzCvyH/AC+Ub/5Uf0/P/E5JW4tk2HhylVP4c1P+KicRfp+U/qczP/3VL/8AlxY4fTDOoZEIn6o+218Mxo5bnQpfygYvDek5jYqNBpR7CZCjms5TWlTzAemVrXr0isI6mT8ypNyLC+O7cN7RZSrm6qU8wrVAANGlxsSSVYgK4BMErMc8cx+TtqI4gvdU1QmnUWRaRGuI9VGLnZbIA8VpAk/+n7xgVMgssUtPkIdj/ZjCyysV48YjJhuyx6ciU83xTMnMZijTkkvU0AC8HVB9Nr47UAI/8YWanHMpQpHvDUUIDrISpEqJYWBB928GNsQn5VMhBIaqYBNqR5CbTzwQCVaeMjwad8ZYkkxmzlAusK2k9QQOo5XMTMSJgXjEdLJMC0VWAIAAkHYu03Xfxx6It8Cc321VDbLZmoJA1IKMXAI3qCRfcfVPTA2n8q1AsynL10KhT4zTHtTaA5hhBkGCDjR06j4yns28ob4xwWvWUCnmGpQ5PhLgx4jEgyfEQTyhdIA3wfRb/wDn8cJLfKlR5Un97x+eIm+VVeVD41D/AJce3LPdm/lON57gKCtVX9NyqkO4gjNAg6jIP/p4t5E48Xs4p/8Ar8l72zA++hi7n+z3e1alQZgL3lR3ju5jUxaJ13iYnAipwlhPz6iDElY/HC91zqpRHj8o6fJlwTuuKZdxm8rU/agpTeoWYGk9gGpKLEA7jbHYeC7P/H5/VXpjjXyWcJUV3zTVTUbKmn3aoyhSagqUz3kqT0iCNzvjq3DuOqXZFRQbsfa3B0kQ3oYiR4TtGM/cs5uqQtlDDw63OafKdxyvSzlenTq1FAAZVWfpU1Nud2Jx2TJ5cJSRALIiqLdAB18sLPGsjRfMrUqUgXS2oz9EkrKyAdybg74ZqDyqkiCQCdvxw9lCgVFbieJBxD6PiCQQZJsbiFjUBcwLzvAF7VKbDuyor3hgDKzcnSSTLTeLH6NsXc0ZZBp1Xn2gIjnGxPSeflJFU7D5oy0sfGwM3062A3AEi50x4dlnBBkPCa65cJl6uZ7yq5YrqaWaZaBImwBgcgMWO01ItkswAJJpPAMXMedsaUMmjVFc5chqYlG1mRIBmCQNRLVAZ8Xhk74uVqwqUqylD7DghgSCPEu5sZiY6ETvjGSxCRtrAzjxkCBSptJgMKYv1i0e+MDM1SW5JUdBpv6G1r46MuVpqIFKmAdwFX8sVKnDsud8vSPqi/liNdJlH7v7zuHX4v6P7Tlddr2GOm/JizVeG1lUaiuaYQL/ANHSP3nEeY4Nkm9rK0/7JqL9qOuGfLZhUFNQnza0qegF7AaVULLkzyF5J1CeuKWxlUO4zm6vImddiirjBnlPdVBF9DdPqnzxz7s/n2GZMGwRjbyIIU78tR/snDpwk6htYg9NtU8+UN8Mb5fgmXpzopIuqJsLxcb9DhOfCclEGpCV7wPlLWUzGtFbaR5fliitNwSFp0wNVvCRfx3J6BdImIJYgWwSUACBAA5TH4YG5dEyxd62ZEVHAXvKmkA3IUS0SST6wOmKFBA5h9TxLORJuNGhYDLAI3LWP70AEiLaufK5p9f+rFatxWgglqqKDG7ddueNavHsuoJaqsATME7emGBCfCYTUXu3jqr0dTKsq+5AmCvX1wrioh+mv8ww39o83QzApFQtSAxkpsDpIjUOcfZgG2Spf1NP+Rfyw9cDEQhmUCiIPFMfWX4jHuJKuUpyfm0/kX8sZgvyz+Ym9snkZyBM0Nx/v3f64mqZ+B1m2nr6dMVqdKLmwGPKS6jq+HpiFbPWXN6SbLZuqrB1qPTYbGmzKwtHtKQdiRhr7JduWytSq2YatWDomnU7vDBjMqzXBDCfTrhWp0pOPVqySCPCDE/fhlCosidCr/KNlqiVldWIZXSnppsvhKwNUbMSSOfLbHPHqsaZHMqR74xlcbIOdyfL/XG608YqBekLdZudHzXyp5cgRTZAW0tqpknSYJ0tfxA7SBz2scLHaftCmZzK1aCstM00UlwQZVqhsDy8WAgyUwYGNu65dDgQiqbAmGjxCSVDi/QqjAdK0DqdhizSzI529fzx4iDLZz5BIKgweVvSx8sCeIUAxmLGSBG0mfjf7MV8xx5NR8LWkcrwYnfEZ7RJ9ViP7P54AgR6bl5qM3yf8Rp5f9JDOlMuKLIXJALU3LabAnY9MOLdq6Id6hqKStNhTXxtqJQgAwsKJIuWOOS5fiKVXiCoF7xfBU51PrDGbeOYGTvMTHyr8qdcmRRoCNpDH/uGK1X5WM4GA05cT/y3/wD2YTP01PrD44rZ3NpYTdiFEEbnzJAA8yYxjbmFCCFQeE6hwjt9m6xqy1NQlCo4Ip7MNIBIm4vthnyXabvE1rUlYEEBD5XgbmCOUHHMuynDaqd+W0w+WqIIYGCxSC0Ewtt/MYMcHzdPL01p1GTWgM6ZI3YxNo9oXicUJjehuERkVT0jHxjtJWp0mfvGUBt4EhdYHIb6emBlHjuZWmUqV2c6iC02IKg9BaDzGK3aDP062UZAdIqqyK5Fpm+17YAZd1p0BTWpLBmbVDRckgQZMCYiTYe7BMhDWPKIKntAQOKMZBxIMLMDjRmY+Q6nCrw4ureMrFzKzJ8rgQPLBwcWQqwaIIAFj75sY6SMDi3kd+OTdXeEs1CrIzI6tpYI2lgdLSAVaNmEixwTy3GSKeVlVJYvTvq2UkW8YgwN4Pwwo8NzPd03FSohZ3RvCCFENJhYsTcneSbk3ODK1Qy5doYik1VraYYOxjSILHcfV9TsaAm4QTcCdp+KZiv3TJCtRJCqwABWpuT42O9JYJi026a8HzGbbOA13QADTpRV6qIJI2g8r2F8Q57I6G/9w7lihI+bEGXsB4vD02585xJlcsf0oDvKntCT4Zi37vWMMHAk56ztMiNr/hhC+VPiTKuXpqnhLFy1mKso8MKSoaxqcxsDygta5YX1VKpifpnCj2/zOWpVKaVXEOlQqartKsBpBWGiYc2IINrWwnUEhDKNFt7ZS3Sadq81U/Q1NNtD1Ep3AB3AaLg228/TCVXp5ysKKVqqlCQJAGqNUGLQDGG/tVTJydC7CFoyR/BF/KSPfGFruINAF3E/vfvLt03w1TxF5hTkSuOytAkrNclULx3g9lRJIBrenxG042q9icveVrHSNRh5tEz+1/3IxbzvDqBRGkGoqkks+qZEDSFICG5kDe3niw1NhTJOYYlje7mBYABFZZCgxJJsb7YWWINcTNtjcvSLtTsvlASDTYR1al+NbGY94nkFFVgteqRaDFQ8gbnU0n3nGYHtPZGdlFuqhiXNh9Ebe/rizlzqUHFTiJYKJAieR8sXOHoe7E85OJ+bnTpQnrNqpIUkWx7k6YKiPt+2cS1aUqQOYONeC5Go1MmPA2oTP9k+c9BHI4wtUzaChI6zYUlmVKtPMTePJgGHvAx7XOhdUTt9+LeW7L1AC4hmW06lUFSRMKzBmIheQux3xa4r2WYqBSqayQDpKuvTbUApueXQ74A5lrrAwqxouIFp1RUYs1gABcmAegjmb+4Hpi3Togbdb48p9maukqxCnVztsCI3iWkRJHs4mr5B6CqYTS+piS4sxMsDGwnaRtjVyXwZjKe0IUd2amhPXHj0YHXFccWP/Kjycn8MS8Xr1KIpMy02WsutdFQEgTEOCPCfLB3AIo1AtPiDy0NEMdgLCbDbGVOKVfrz6hT+GIzSpMSfnBJJgFPXGx4dRP8ASOPVQfuOBMeD3a2/KS8V4pUFRgulQIgBVPKZuDglwuvmO5Dq9USpbwJSCkjvtvDP9Go/teYxBU4KuZq/N1PEYt3bn7YjEwpVaQ7sZqmum2llCxudis/SPxxpeIOO6uS0+0OZTMtTNV2VWYQ2kEgAxJA32NsTcY7VZhUD06jJqO0Keu0g2tbA6v3gDO1ShU1W1IELSRG4UHacPvYrsBSzlJP0m6tGjSWBXwk+KCJMhvsx5SSajXVQgf3QJ2P7SZioc3rqswXJV6iyFsymnBsNxOD/AGdyLZmhRqO0vUXUTEkxK3Agcvsw4cO+RvKUO87tmHfUnovMmUeNQEtY2F8W/wDgunlKNNUJZKZVQCJ8OrV5k3w4A1UlbIpPEDV+DTRppq9nWZjqx5TgJxThGgAkgyYsPI/lhpqLCgLadUepY4B8W1ssPbSw2EbiRfU0nfkN8GRxMDiwILfI2B5emIxw4kWDH3YY8pSAQW/3ONnOMCxlxM4lkWpU2dxCi5JwSyufYLw+lpPzxr6jewpm0+sWxJ2rVmoFVAJJmCCQQqtUYQLklUIA6kYqZaGfhTk3FLNsAQSbzNwAJHOwnkBgh3WqLYXFn/jjOm4RhtbTU85uD1j4H3Wsh2wzRqDvJ0cwNYJ9CTbArsr2SfOuEosmkDxOVrhVMWE2EmRaZiTsMaZzhFbLVu6rmmjqQSDUqC28iTBBGx2wJzeYgDCCauPtTtxlFJBo5r+9H+bADtTn8vnChprXQKrAh2RpkqRvqiI3EG+A2YdWYkOhkk+2nX1xZo5dtEgAiC1mT2Q2gt7Wwa3rhb5NwqdfDptOpBvn2xj4j2610lWiro6hRLRFhH0XnfA5e0+aI9tQesP93eYFZbJVGmEJ25rzYKOf1mUe/EvdMN1a3kcJbO4HEedJpWNn+8ZanaCoQIkb7s5Hlswm3XfAmobmS1/3j+f+4xoM0o3n4HDD2XFCvTrJVRYp6X1xD6Tq1DVEgDSNupwhdRnLUDXumZdLpETdV+//ADFp8sCZk/E/njMEsvxE1FDJlqTKZgiix2MRIMGCI92Mxn5zU+f/AF/xM/J6X+n/ALGc+prME1GI9L+lzbli8nEEAgBoHp+eJKNNGIUBnYmFC3JJgAAAXJMev3Ng+TPNBkBRAagkBqo8J8PhchD4pP0ZFjcc7yFXqanJOQxXyWcFRwqq5nchZj1g/wCzizXoVct85QhkcHVrSQp2i9jckC1rg4J5ekuWrGlmaLAqb6akOpi15h1gyAbXkeZbjWZydMAU0dmqqHPeNKQ030i5uDGwO9xjzJdCauUjpE/gmeZGZKoBSqpWwAKturSIMTKm4s7G8QSXaLNMBSC01pB6VOoe6JHjI8WraX5GIF+eI04etY92hTUwi0yBtNhsBFzYYJ9o2JQuTZZ1GBYt7wdMiJAjfphTKq5FEcBkfGzC+Ir5nNVjSFMsxRTqE7zF/FEm0c+WLtDM16mXWaZcUtYZxBXR4SAxBgFTrmeTDpgz2XpZavXCkoQkOFPg7zSV+b1sYEgkkcwpjqOj0M/l6S6zTVe7WV0uXjyAXwgRYIOZ2AwnUZ8eFp5NzJtIM4ghSoyp82hdlXUCBEsBP+zhw7S8BqDKU6ialKPp0qDpFMqIZTBVmaoJIBtLWE4DcL4PTDCKbUST+0radCDmNIbUAfZH8Q6SelcTGrh1NKZVmPdgDXp2uZMMR8OYxcqgjmSZGZXAUmc77N9kM7mQT3yIqmCXnUdiCEVdrxcjb34l7R9lM1k0VnqLVFRtKmmTIsWllIBFhuJ+3B3IdlMyU1LmKK1CzEqtU2kQPFAOkC+nmVEmBi3xLsXm6i6u8y4ZW1DXWInci4TSTBNjG5MiYxJsydrdjZ7P5ju2ev1G/bFbszkqjKRcv9MFWlVutgQAZBJkGASAbxiPtzk7UdWnv7yoJLaDJBYchMRJkySLA4PZCuaGZXv62Wp6CdWitrgEEFfA4IkEibkTtzAHiXBaFavUqtnKZNRixJubmYjVMDYT02G2GMqg2DH4xkfusD/eWuCdk6Pd0hXU+On3jMXYEMQSoUTBgECwIPPBz5Nu0opIMvUaaqVWA3vpYtI5R7QjCxlyKThVqs6qNKuovyuo1yNImIv9kX8tl8hSqI/6TV1021AdywkwRfcmxI9+CDqD1ED8vlPAUkD0M+gadCZ1NrU3AIFhv7/9MVM/lndKqtp0lfDEz1vjnVPtbmIEGRAIio62IkdeWIj8oLEECqgbaCarmdoiUn3YYzqvUyZNM7nui6htidKerT7mvgVxSoCh33U38oX8RgLxPjFCoRP6QGUsZQ0wCWMkFTNgZtv1JxQObTkuZb17s/8AbjxyYz4xx0uTyjZSqeAYierfC0OKRYJXHQsFgettseNxFGMVEzSEWJUUoPKRK7YMOnnMOHIPCTdrs+9Okj0zDrUUg38wdiDsTzx7l82ujh5ZTq/RKzSPZUkNqXfc2geWNP0XIusGtmlncFaZ+5DiVshkSEX9Iqju1j9iTPMMYgSMCXxk2TCGnzeCmFvk24jl2pdzRDUmTxsradTSVGu06hqKreSo0g2gmr8pObymZenRZia1AsCwBIGqJpzpvBA/hgiZnFHhHDcpQzCVv0tnCBvCcuwBlSpDy51AyD5FRiLKdl0nvKecp1NN4q0iWJifEdZGomTtz54SWWquZ2ORHLsCPcfpA1XsfSuNRkKrkaT7LAGbRbxL8cE04ZUZSoTLsAgEGkF8IYMFGlltrOrSB7V4m+Hmpxqr82aRyXeiF1zoDJ3bAjUULJBBgARZeRwu0ezmdJUo2VNMowKjMMCwYWJ+aswsYvecAig3zCOXIwBofAfSBE4IaLpVFGgrC0Ia6RtKsoqQUPSIN8EeIZ+sSCaVOSqsSrMplgGuYJMTub4IZzsrnn7nVRod1RjVGY1FhILW0CbA2mbm4nE3aPssWqq3dhUpftHQiVpmYAE3uIG8SfQkVNE3A7WiLVfh9ICzfEKk+EP6itF/TTgRnu1VSiwBNUWkzV1R0MaR5nnythjz/ZzMWXKq1TWAYDgERDagWYcjBH38kziuTrJVcVaTKwNw4g7eZgxtIJFsLRhkG++Iav3aCi/Pm/hdR+HaivSCpTpllVVGpnkk6RqMqCD4pgjcRj3Cbw+vmxTHd0GKXIPdAzJJJk3N5xmGHd5wP9MdQP8AtGXs7lcrkq/euyVSqMEFOnUkMYEhjTCjwlhv9I4sVO1VV6/fMvgX2aa+1uDOowvL/wAbYx8uqKSXpKQNppg/aB9+E7tDnjUcKHimpgkFo9+kNuRAMG99sR5EbIbevv3yz8vhY3yff/iM3aLiOWzdTv69KrTIpqpAIKmGY3KvquXiy7AX6UOJdochVYPUo12IUKSrbwABZzAA8hJ54DUOK5JIFSgyW3MuPjM/FRg7l6OXIDJTpEciEX8pnFeNHqrEB2wJ+1vjKY7T5SmIoZeqpP8AzVBNucAg/DG78bqrEZdqpa8sXYC+5CIs3v7sHKWkUwwESzCwEWCnl/FjK9QBtIJ2U36lVMfaBg2xgG2PymLq/wBqKa9sX24jnnFsrRA80P8A31PwxYyvAuJ11LKaS6LhCEk/wDSwJHrPTF1eICRIkTthuy/EaWXpd+xZFQSwKEnluBJEWv54HLjPVRcT+b5qgJy9jnW70tWcmlTepBZ1UqohiqkLLKWWJG4nlejTqKxlqtWmDfSWZyoPKbBj1ML6YbuL9qAa6VqqqtGquZRRV2dHNBm2K3BEG5iRJJmEvjAUVHZL02dyrKPDGowFbYiOc7dcPP8A64vrf1mYc5bUk+n0l2qcgW8dSuDb6NMg25NqbnJgnF2jwbLkAplc5VDXDKgg+hRSCPTCkHVrHbnHLzHniSjr8dFvFo1QCJ2u2mbi0taOeIzU6q5n6Ru/QFE6eHVoXnVrmmB7nUYr5HtPltmytFd4YxU9CZg/YcCOGcIpOqtpFRm1TTXUChBgaoMkMDIIsL9DEvFOF0hS1fsaiAAK0zUvBGncECTq2tHMHB1Qv6SdspZ9pJ+J+s8z/bfu6jIMrQ8PPuqPSdjSODuT7R1qtAFVQagsqtKlckhdKqKQn6XOdutlnI1vBLKW0kLvFiDHI9D9mCQobOlmkRPXcaT16beuFNyppfnNVWGQb391Qp+t6gMExFoIFotG2Gjspx1mVg5mDvz2FvSxthdrIuaWnV8S1CGFVtDFfBA1ki+ppgKoLEqQBtgx/wAB5qkCabq+8gEqxgwIGxkGbkYzT9pYYg1A1L4mQpwGjU3FemKWa4i0b4GUOy/EImwP1WqKT18x9uCfCcvS1FK2pngQD4R0IkW1XFiZubC2KsubYhYg8Tl9mAau4r8b4xoGpiT0E7nC4O1WZZwBUdBySmqn4SQSff7uWHntZ2TWvTLUgaTUlaoFYHxqQCdU+JWGkwCTEmw1ThH4UzU9RC0qgMfSAK8gZI89pG2Ik1S5gSpnVwYlr1l1e0BDEPVq6l3FRAR8Axxfo51nUMKCMrGAy5WvBPQFEAJ32PLFCorll+YWKbatLEMDYSrAR4ZExOHnh3a2gKYlalAr9BablQNoUosFRyFjHIYzd5H5/WU5d6cqt+76ROPEaXMUARIN66kEbiGcQfdiShxikr6bUwDLsGJER7IkyJErIIN4m8H3tBxJMxUeqtJUiCG0Q7kwoZ+uxIBvbe8AVwzLb7333+q2xAmedrkxFtWMFeMHVbjhoiifCz9ajAvEKjL4QCGLP41YkM4vAARhAIA1XsJ6D0UgBs/92D+IxazfZGlXyhqEgNRFVmOkSzA+HURN9FjH1EgYV6PBUmwCt5WOJDlxuT6GugMb+HpWPag5HXkiHFZQZge+iPwq484/xKpWUBAtR2JldJWVVGqN7VQggKjEibiReYwFqZRlMd46n+NhH22xlB6tKrTcl6oHeDS7sRD0qlMmbxAc7Yq0xRXHSvZX8zdbidsZNG+g5vrx5Rl7H58V0CyQ1Q+Fms4IsVcgAaWOrTBsYO7Niy4qS1/Yu01WkDaSOQm07YUuE5bu6qEtoAN26C5PP3+sYP5DgL9+cwz1K9fM09K+yNIcKCWKjSro2kHYe02m2DOlx5MzOv6D0HP8TknNk0dJ40L+yITVM1yTMRyipUj3X2xmGHhXe06KpmXNSsshmCm9zp9kQTp0gkbkE4zFH5LD6/E/WD/5PL9gfSUeN5XheTolzlaNRghdUIUkgc5ebfkcQ8JztKsHpPQoJTdVWEp6UqSTIuPEBIG1iORMYJVxScg1KI1KCoJW4B3Ct09I88Cf1Pw9F0hxT0hdI75iy6TIiXJA8uYAEEADCxqF8vlPbGYUSZz3tf2H/RK0ICaNS6E7iN0J6iRB5gjcg4G9n9dOq1KRJUsoJgGBy/eIEe70x1HifF8o1IUiRVKEFS1PUJmNmUL7LMLiPXCdx+qO8y1RBBSrpstNQFYXtTpr0G8xfqcLbMEfjxnRx4WyYqZeehhvhaMMs/eFVOpyBPKKQ+Mzirnab/pGrVTCakJJa8AQdINpiY5SBgG+aqRcuY3knliqax8h64ofKjdZLj0eRWsTouU4rw+ihprpYuwOpgWOrVIcvp8I2tYLewxZz3FUp021xoKmxN2mbDzI5efLHMwo5vPoPxjHjU0WPBO+5+PXDE1gRSoEVk/CDkYMWqWuNcXGYWitW4oSKfsyAQFIOlRIhR8MUKWY0KFpghQIET95xuM27FkoKodSouOs7GfvGPM3wKsEZu+1MntIFI9YYWJ3tAmMJ7QgAHgRxGnxtR6mUOIUHqC8C+5PriKgD+loTuQJ9yaSffE+/EAb4+e+CWYpgZ+kJF1S/rqGMe1HuMuCqAGHmJey/BCQD3G+2rnzgajv5YgNAA+wFI5BQL9MP1Dg2YA0u1KimxfUDqjmoBmZg3wO4nwTKyT+n09ZudUG/koIP34nC5D14g4NVuY7h8jE3MCKRt9NPt1fkME+G5fWunripxgKEYI4cB6fiAIB9obHBPgJ2PTFGD9Jvzk2ta8o9kZOE54ZWlqKqrayCdOqZ1EMdIDahJuOvpi5lu3ot3gBAM6UUxH9s/COkYE8Wq6stMbVB9xwvUyGMC/+yfuvgMuofG21YzT6DFnXtHJu46ZntvqBCiqAeYKyOvM4B8c7RGqVCqUVZBGr2pINwANtPU7/ABGJkahNkafIHEzcHrPsvxYfnOFfmMzcfxKRoNJjN/zKvaHitQLTmpUCPSll7xtJksplZ0m3lgx2ORRQRi1NPnWap3p0kgBNGiR4hGva0scUs6rUjShtLrTAlT+82x6YtUO0eYUXqah0YA4ZYAoyZ9Ozc46jg+To165q95RdYBA1DWGAXSIsfbUG++2LHEAmoAhRP7ik++QcLHCu1tXvaaBaXzlREkIBGpgs23iZ3w2k0Kw1Coj8tQWuinlZxKn3HC82FsuPaj0bkbF8LDf8oudqckummJSmrMRqaQtgN9IPWNsCaHBqc+DOZZ25p3iqfiTO0jYWY4vfKNU00KEaAkvpKPqBiA14GxGAFDhARQaqhnYExM6RA5KYJCnVJt8MMVNgo/fEerl0F/fMcaL16OXK6EqKWYtoIYkERAABhd+sCBcDAnjXaFXBB8BkSdImT9GCSfaJMm488LnA+AU3zlEMyqC4IIgsSo1qscpYAGTzOOlVqdAVCGSizsT4HSmXi0FSw8V9IgbT5YALiwv6nmS5e41iIGVqIrItd9IqH6IHhLgBUuSSsgbDdjY74OZvgwohfAxJLxALHSIMkLMC+GipwymVYrTGqzDSqjmN2I9q8T78R5el3tOlFQ0xT1KAw8LJAgMZDTYXkeyd5nCNTkVmpZRg/EMmMAeA8IvcN4tk6dAuZNRtQMCDEkaVkiDCzyuReIODtLi7UW0NTDafDYwRHOIIYzPTc4oZXsM9XU4zFIKHYlRSa3UTriIO8c9uWLubzqM5DRL8zESbaZ8uu3ni7BkGNQGoX09ZPrAuR96sWvr6ek3PbCitiKgjoo/zY8xvmOC0mYkgCYsPTHuLbnP2wXwz5P61emlVqtNQ6hhZmaCJEzAn3nFjO9iKGXQtWzFQ6RqIpqoIH1jJIC+Z6HfBXgnFmXJ5eZPzSAn3Dyx6k16gJVQA4YAgEFlIK1Kn1yumVnY3sQCFogKg+ktzavKHKg9DKXFuxOVpUC6ioW0uQXYyIpu4JACiZUWIxz7jwVaaFX8Qqp0sDIJj347H2iXVQYdQ4+NNx+OOGccMUZ6Mh/6hjn6pR2qTrfh2R3xPZ6SzmwRW069atTZuUTrUHbyJ+OPBRXGVl+cB/dYfap/DGd+B8cSHwnWIon2yqo+/G2aEAYiLm+InnDBAMJ9juGGvmqikqoZC8kxAXSLn+19mGROD5GhDvm6ldSTApAMpI5awNJ97DC/2L4VSzOdSlXQPTKsSp25D43+OCvavs9WyRVFc1MusMkxq30+IASTylbGdhiwWVBM5DYMLagIx9fjcq8Y7X5TS1OjkJJBGuuQSOhCjUPeGGFfOiM9R8xT/AMTDDDX7G5quvfpSCIFNmOm0kyLRzwDz+XJzVF5EDuRE3u5vEbYN+evkZSdipSnjcPWMNfsLX7sMHWq4ClkNo1XAV3bSx9dMwYnAKrRdSVZSrCxVgQQehBuMdfyuSdU0MVYCIaBNrDUCYbwmJkRpGFvtTwXLvU718ylFtKrDFTOkQCbg6j67ADliJUzEkMvHnJtPrG3bXnPM2pFJ/wCKl9hb88HOAXgYF8XChHVHFQBqZ1KDBuRzwT4A0QemLcA7p9sTrWvNfpCfG88+XoSgRmZwAHEjY3jrbFzgva8Ll0SQ1ZwS4CEBWidiYZAAFsbkTabVe0HD6tagulYIcNDSJXSbi198LmSy1SnVXXpiG2I+qeW/2YXqV3L6TdPjTJQY+MdK/a1lULTpqp2BkxvI8I3368z64U+K8AbMVAzUmU89IKqb7w1h7oxmY4iimdYBHmMUsz2iqNPz9SP3bfaAD9uJMCkWTY+/WXvpsaEdmo95Mv1kNLTTcrKKAASDC8h6b4J9lOzNTPd4VqBBT0ydE+1NhBAMaTPSRhOzeYIjdtSB5J5Gd/O2D7itlQdNWoniIDozo2kfRlWEqJn1LHnikd0ktPG3WkNEff8AMaOL9mkyOmp3jHQyhiQngYwUITeD1vEYNdlc2K9KrSDaNHgphRBFKIR1XaOXMWHXAzh1fOBKlQOWrU6WpzUAfVpPhRVMeL5wrM3nrGKuX+UKqSDVy+XqkbEKVI95L/YMe1GNBW4kThpp82ocurXXHWS9sq70FysFdSCrfSCDqKGQGEe+MLtXtJVdWUrT0wxOlWVrAkkaXCzb6uDPG+O0s49M1EqUggYHRpc3I2kp0xrX4Pw9qFRaGYcVyvhNdWA81lV0AESs3iZwxcik8GXrhZFUMp49L8Zr2F4xlFYipFOoSClUxAEezLWQ+u8+WHfNZVToWo4hfFTfSZ1Tbxg6Qec85HrjhTppJFwwMEe77RvfbBTg/aHM0B81VZV+rutv3GlRPUAHD3CP+oT2fR9od6nmdZysOzSznSWEgwt7EAC0TyvjTNVkpkjVUlpEBh9K5sbC/MC2FDK/KbVECtSR/NCVPwOoE+8Yst2qyVZ9TmrSay3Wbeq6oHnbHmVSOKuSppmRv9RSR6Q7luMKMu601CQoIAPInmbcsAa1BnpnxBQYXUZPiYgKqqLliSABzJAGCmXzGUqArTqUjIiFcTHSJkYjHD3pKVhnQkOpEd5TcRDKdjEDztzxFqtM7045r74icr8kIKEu1e0CyZqIh5q4hh5MGAIPqMZgVnsitZzUqfpTO0SSVEwANgQBYdMZgRly/wDL/wCf8SPafuppV7WJl8jTkK1RVOlDURWYd4wlVu+kXkkR4DE487MfKply6rVQ03YqqhGDAloF2OiCDY2I6E8hnCuwi8QpJWepUWNSaFGoLDMOQJub364YuFfJymV8amsxEbQJja0yPhjoYSQgB8pVqUXtWrzMca+bFbLq6ggVApAO8N1+OOHcc/8AbN/Y/wAS47ZSrFqKkyPEtiZNnAuccX4yk5Vx+6PsIP4Yj1n+4nt+k6n4X/t5fvzkmaeHTzDf4SfwxXqPibOG9Lz1f4GxXZMSgTt5TzMRgdziN/LElELqUMSFJAYiJAm5E9BeOccsMWf7DZijDoaeYS22kGD9am7fYGJM2jfDRIM2cY+sGdlKqUsyalYVO7p03Ld3IaSIA3G+1zzGCHFflINNi2WyQQiD3uZZ6jrI5pPzZ5e0fwwLy/aJBUBppqWwJYaRCwwD+JgWDMPZJtp6E4g4hWuH8YeSY0gK4JJdmiUeSd5tBsZs9HZe6RPnMmqfLlBVb9IN4p2wzeb/AG9d3B+iDpT+RYU+8YKPV7ypT1DQytRKko3jUGRpMwBqFSTf2QBscU+Edja9cA06TFbeLZfXUSAf7MnywU4kyKlFDbMZeslFyKgIZNVZh4IBUy+9/dhnXmdjKwVVQV19IJq5zNVGio9dmb6JLmf4VFmH8IwZy/BEBojuyA6Ui/mxRWa8SPETYG3lg1V1HIjKq0JAFter2g28zyj0wRVCUoe0Y0k+20Qun2jJ5QST63wS4ybsSbJqtvCxDp8Jas1WlRAnWI1GwVWYyTcxA8yfPB3JcLFIhe8VyN4BHwkXxvwnhNehWNWkNck2IiQTMAmx/wBMXKmWrK2oqoV9yCpi8xbnbliVnfG4TjkxGpyHI4ZORX1kva3LD9Dp2II0Ty3H2jCElFFN1kbEfhOHniyHuVDU2fxAgSVvFiT9WMLtfKILItMeoZo97GffGL2Uk8CNwZQmOiepg6nURR4aCE9Y1X5Wi2IKuQZ2LFGGoyTYD4E4MLTYrHeR5LYfda2PG4SpHtaj1Zjb05YAox6iGudV6GDc5wl/AQJUU0WRBuJ89rjFnOdoHzK00ZWHcoYLOGlXIiLeH9mbEnf3k1lcoqhfFeAPCduUWM8sVxl6VPNKlLSVc6TK2/Oxv8euEMFY1zHYchC77HAJ+XynQuydAPlQ1RVdgWhmAJHoxv5W6Y5pkaDMo0gmFBMAmB1MYduHcQr0KZpKq6eu197EgiN7ee+I+FGjl6RAMMG6g8rCQTsOXmepxmvPcUjwkWk1Y0yO1XdV84qJg3wXhiWq13SnSBnxlfHHKG3Um217xiPiXDQ1VmowVYyFkWJ3AEyfFPLy5YqdoeHd1lhqPjLBm99onnAA/mOI8eFmYWODO52y5sfcar+IhDN5HI5jVSy1OtWcD250InSalRSfOymfPFFvk7K0/DmEapeU0NAmIl5Mc/o3xc7FcTU0e6kCoCx/iFrjqQIHoMNtV1CNAgWP3TjqriVBQnMbLkRttn38zlXEeAZikYamTB3TxDl0v8QMUtY1H12x1zK8QprUqI9MHxmSQCfLflGLVfgWVzA2X0YBh8GviFsylip4j8etKjvCcbVQTcA+uLVKUMIzIP3GZf8ACRh/znyc0xqcIFCiSyuQLeRsPcMKNfg7qSdDgcj4W5c4gfA48VYcqY9dVjyeHykY4nX/AK+r/OfxxmN6XD1YT3qL5NY9LjGYy8/mfjPXpvIfCNXY/jppJTpqWhK1dXVVkkO8rAIM3Rpi4kRjoTPIkGQbjHPOwuTl6z+y4LOpidOvUI6GxI2x0BqYXwjZbD3Wx0sdHGGE4Wr4zuPWQZpvD71PwYHHGuOpFKsOgcfCfyx2HON4G9Mcs4zkdffou5NUD4kYh1vDIfX6Tp/hR7uQen1gnMG1E9f8n+uIKhtPI8+XxwZpcH1U6MvpKAe1TOkmAtpMx0lceHglUOPnomJJLbdbSGEcpvhAE6zsWPHlF9zhq4Z2geqgoNR70d2FYkTBuNTRcLp52Mi3XBng/ZjIll7xxUcwNIBpqT/APhEx5YYOI5rLUqD0qYABUgCmAAD1tA9YvikafeLNccj2zk6nOgO0g38Jzqv2cUakDCGIYyOYAJJ030gKdQAJGgTBYYd+EdlsrRoiqU1xeXBZlPmsWMzfSDgLVzdMqJ0wYsYtGkbbCLL0sTJgDBnh3EiuXU6tKTIMX9wHrYG074TpXd35E5rYhisg8yXM9oSbU195/AD8/djmea4XUfiBqMhOqqGkoQNgdWs+ErEGB1w35gqwAXVIZWDE3lWDDwi0SLgkyJ2wVXKisqqFXVChRcadV4MLdbzfcNbYDHWIuJ3FTNW4SoAgBtj4Tp5TuZB9IXENagBp2XcQ6DmL6WMx/NHrhsy/B1gBjBESQecDry9QDiPO5GnSUtUchLAkxF+V/wAsL7XaLYEe6YRuNdYm1aj0yGvcgajf/q2PLBJc3Tpg1KhUKLqgF2JvcbepxU4l3Lk9zr085sPdAGFniWdRWKECFtcnmJ674iyaBdVkGQkgeI8TKkzHGCo6zbiHF9Q+qkwBPMixI6WF/wAsDMnmxpqNoDPGqQql1QadR5lU84glh0JXarUpOZIPIGG6CBvPLHjLTMRIItJuY8Nv+nl1OOs9gDbInDftmtDiFMJOnrqkAkbkaCdzAi89Y3wQydbLd0C7apB1QraqRloMBwKw0gT7IUkeIzGBVTh6tAFSANvCJ57kG+/TE+XyKqQWZWVQCAJlm6Py0Acpvhp2wqaEqFJKaLU1a2YahIIKiTANyCSoDAiPa8pwWynyf5hClQUZLAMGLyBIn3b8xhWzWd1Ezzn/AH64LcG+VEUzFermqp8KG1PQii0oFKjpPhm252xLmAIFwmVm7gv6x4z3ZVVUd07VH5zAB5ELYR5XPPC5Vyit7Sg+o+zDDW+ULKLSp1XqwtQ+E93UhSDuVCErYGJgkG1r4J5LK8NzanusylVwNTFKi6rndqfK/UDALR4nlBxrRHER8xkda6Q3d+zcbAAzB2tG/lhU4/mC1VwrmHcp3bgKQVjSVvBELpIMFSY527EnZPTpek41SCBU6zI2HX7euKmYyOaoeJ6SlUY1JU+EHUahJ6rqvcDnfAOCDuUXKEzHgXx1nElqEEG4IM2sQRzHMGcNOQ7csU0VpcAjxCA8cwT7LT/ZPriPjCjPVz3FMa5YvUEIniLP4id5YtBJBtABGA/EeA1qI1MoKX8aHUttwxHskTswGNLfGdcd5QHE6XQ4rlsy3hdSxJhW8Le6d/dOLf6Gy+yT6Hf4/njjam3lgpke0mZo+xVaOhOoekNIA9Iwpxjf9QkzaU/sM6lVzdR6TU116kYFlAksjCAfDuoYEEeYnliqeMMq90QeViLg+SxMwRa0+/Cllu3dQkGpTUkbPTZqbD0Mn8MEqfbnVvma1Izu1Ckze50UmOUkA4UcY/YYIGTEKZLjUOztL+lqUkqc13jpO14jljMLaZ3JES2aUk3JZ4J9Qb4zAfl8/gV+clOXP9iXuxefVDU8Dur6RKKWCm/tRtYzg+eLFq25iSTeQccl7O9q6+VqB6T6TsVPsuOjLz+8cjfHSOG9vaGaqIO5FF4ltjLW2IEkC/rIthLac5dgVyu2WavCyO2XbYPyh7N1QZTdiGgC9xuJFpHScJVPKA16+uyozOwkToLtFpnxEACYn7cOtbOUmWNYBIKyWAInc7gjy/DfCnneAUtQ7h6ZeFQMWP7NQdKMy2YggAGJi0ROL9Tg7RRzyJzdPqWxEgdDxBLs1ZyzrAFlEiPcABBt0FziJ6dLSafePKy4CtOm3iBJDAAi8dV5SZ9z2XrIKikEHbwkGANzYnfxX6RijksnobSfDMgqRBiL2N9pxDQAoT6lNmzuHgSPieYqJp7oFy4MLpZn8J8WgIsWBUyep3xfXi2YIXVl4MHUPCYIZhHiqD6IU9L/AA2XKd6VG0GUePZMe0hNg4IDSZ22mMa0+z4/rGYR/V0B5T4aQxdgI20JwfxBcnamzx4SbJZjvNWukENtJCoJ3uSHcnlsRuYHM3WfulLKGmyhVN2ZiFVBsJLEC9r3xOhYrTV2kUwFE+gF/gMC+PccWhVoICurUanifQPACQS2loG523AxTix97mQO+xZY4TU+er7qy1HRylQDSwVaZFMhRazbTcmCLjDN3Pg1LZtNmWxIuyg78zttcxZiCs5fiq5kiuoCh0QxYGSuoz1M21c4w0Uc0hpJ4l9kA3HKR18sOcLfd6RFkqCesmpcWqaQG0lriACRz52O0e/FytVdqLMobUukrEzJYC2m/T4YDCsuqxmfO2GTgnEKVOdTqABaWBJwuYIN4f2KqVTqrsVBM6R7R53Ow+0+mOV9uaYp8QzNOmAFR1ABJ27tDY9ZOOudou24pITTWo/ICkjOxPuEKPMn8scY4rQzOZrPXOWrqahBK925iFCxOkTtvhqUDyYxbPJ6QUXI2GrykfG/PHjOQR0MyNJnqBIsI64t/qPM/wBRW/un/LHn6lzH9RW/u3/LBmjDlY5iLzbzJFvOeePaWbvIOof6jp6YkPDK4/oK390/5Y0HDqxJmjWgX/ZVPs8OMM0dZHmMzpWfh+f+/wAMCstS1uoJVdTASxhRJ3Y8gNzi5mshXZr0aoA603H3jGv6vqDdHHqp/LHPzPZqdjSYhVk9Y+9puzNMcNpacxRXuAxCxp742DEQx8ZgC8zAgrJlT7LdpnyNU1FQNI0mbGJBOkjbYfDAggDpOPJGJ93iJWmmAQo5u4/8V+WKu9PRSpLTup1EyfCwYHkN1H24h4l8qWczuXbL1RTUEqS1MFSwH0WBJETBtG0c8I0YkoPDThmNzuqYmkxYyGrpOs8IyfzGVNBCUqUkLFVJDVYK1AxH0w4i+wgbCMTdn6DCvV1Iy2p+0pG7tIEjqPu8sKXZDtIKYNF6tSnTqGzI7KATYh4Ox+ty5226FksmtEjxOWdqYGty1g0+GTtBnA49OVzb7kupd1U4yOD4xW4n2ZoVHY6dDEm6W5/V2+zALP8AYuqgBU6lOxKsLbbgEb+mH05O5PU4MrU8NPSCfm1UeRi4JHnM3wGqydmAQJMubIvFzitTI1KZIZCIHqPWRIHvxiHHWuIsj5rSsHQgQkeVzPvge44r1+z9B/apIT1i/wARfC8SnKu6Px66x3hOX4zHRD2Hy31WH9tvzxmC7B4785j9ZyQ4bezuXVsq7lQXU2YgEjwjY7jHuMwDdJdk6H2S7lGLETeHi97dMMxEUXIsfD/ixmMx058iOsAZWs2phJi1ptuOWC2WYhtIstrctumMxmJiO8ZUSdvuhfLZZCZKqSbGQLi9j1wSy/DqX9Wn8o/LGYzFSdJOxNy7SyFL+rT+Ufli3TyqDZVHuGMxmNgSwmXX6q/AYlSgv1R8BjMZj3jMElGXX6o+AxutBfqj4DGYzHp6eiivQfDG3cr0Hwx5jMe8Z6Z3Q6D4Y87peg+GMxmNM9PGor9UfAY1NBfqj4DGYzGGZIzl1+qPgMRPQX6o+AxmMxk9Imy6fVX4DFSpk6Z+gv8AKMZjMFNuUq3DKJ/oqf8AIv5YF5rgOWIvl6J//Gn5YzGYyGhMB57geXUWoUR6U0H4YzhJ8VJfoq7BV5AaDYDYDGYzAypWJXk/dQ/S2GKvEKhAsSLcj54zGYm1H6ILfplyhRVVGkAW5CMTYzGYevSe8JgxmMxmCmT/2Q=="/>
          <p:cNvSpPr>
            <a:spLocks noChangeAspect="1" noChangeArrowheads="1"/>
          </p:cNvSpPr>
          <p:nvPr/>
        </p:nvSpPr>
        <p:spPr bwMode="auto">
          <a:xfrm>
            <a:off x="63500" y="-1571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spcBef>
                <a:spcPct val="0"/>
              </a:spcBef>
              <a:buFontTx/>
              <a:buNone/>
            </a:pPr>
            <a:endParaRPr lang="ja-JP" altLang="en-US" sz="1800">
              <a:latin typeface="Arial" panose="020B0604020202020204" pitchFamily="34" charset="0"/>
            </a:endParaRPr>
          </a:p>
        </p:txBody>
      </p:sp>
      <p:sp>
        <p:nvSpPr>
          <p:cNvPr id="2" name="テキスト ボックス 1">
            <a:extLst>
              <a:ext uri="{FF2B5EF4-FFF2-40B4-BE49-F238E27FC236}">
                <a16:creationId xmlns:a16="http://schemas.microsoft.com/office/drawing/2014/main" id="{C4907D77-CB2F-1D9C-DE8B-CCCA3A32A708}"/>
              </a:ext>
            </a:extLst>
          </p:cNvPr>
          <p:cNvSpPr txBox="1"/>
          <p:nvPr/>
        </p:nvSpPr>
        <p:spPr>
          <a:xfrm>
            <a:off x="147661" y="3762854"/>
            <a:ext cx="6582986" cy="1261884"/>
          </a:xfrm>
          <a:prstGeom prst="rect">
            <a:avLst/>
          </a:prstGeom>
          <a:noFill/>
        </p:spPr>
        <p:txBody>
          <a:bodyPr wrap="square" lIns="91440" tIns="45720" rIns="91440" bIns="45720" rtlCol="0" anchor="t">
            <a:spAutoFit/>
          </a:bodyPr>
          <a:lstStyle/>
          <a:p>
            <a:r>
              <a:rPr kumimoji="1" lang="en-US" altLang="ja-JP" sz="1600" dirty="0">
                <a:latin typeface="Arial"/>
                <a:ea typeface="ＭＳ Ｐゴシック"/>
                <a:cs typeface="Arial"/>
              </a:rPr>
              <a:t>1. </a:t>
            </a:r>
            <a:r>
              <a:rPr kumimoji="1" lang="ja-JP" altLang="en-US" sz="1600" dirty="0">
                <a:latin typeface="Arial"/>
                <a:ea typeface="ＭＳ Ｐゴシック"/>
                <a:cs typeface="Arial"/>
              </a:rPr>
              <a:t>背景</a:t>
            </a:r>
            <a:br>
              <a:rPr lang="en-US" altLang="ja-JP" sz="1200" dirty="0"/>
            </a:br>
            <a:r>
              <a:rPr kumimoji="1" lang="ja-JP" altLang="en-US" sz="1200" dirty="0">
                <a:latin typeface="Arial"/>
                <a:ea typeface="ＭＳ Ｐゴシック"/>
                <a:cs typeface="Arial"/>
              </a:rPr>
              <a:t>大手のナビゲーションアプリは最短時間や主要道路を優先するため、初心者にはハードルの高い道（狭い山道、交通量の多いバイパス）が案内されることや、</a:t>
            </a:r>
            <a:r>
              <a:rPr kumimoji="1" lang="en-US" altLang="ja-JP" sz="1200" dirty="0">
                <a:latin typeface="Arial"/>
                <a:ea typeface="ＭＳ Ｐゴシック"/>
                <a:cs typeface="Arial"/>
              </a:rPr>
              <a:t>125cc</a:t>
            </a:r>
            <a:r>
              <a:rPr kumimoji="1" lang="ja-JP" altLang="en-US" sz="1200" dirty="0">
                <a:latin typeface="Arial"/>
                <a:ea typeface="ＭＳ Ｐゴシック"/>
                <a:cs typeface="Arial"/>
              </a:rPr>
              <a:t>バイク（原付二種）が通行できない道路が含まれる課題がある。</a:t>
            </a:r>
            <a:br>
              <a:rPr lang="en-US" altLang="ja-JP" sz="1200" dirty="0"/>
            </a:br>
            <a:r>
              <a:rPr kumimoji="1" lang="ja-JP" altLang="en-US" sz="1200" dirty="0">
                <a:latin typeface="Arial"/>
                <a:ea typeface="ＭＳ Ｐゴシック"/>
                <a:cs typeface="Arial"/>
              </a:rPr>
              <a:t>本システムは、「安全でストレスのないルート」と「地元民ぞ知る隠れた絶景」を掛け合わせ、</a:t>
            </a:r>
            <a:br>
              <a:rPr lang="en-US" altLang="ja-JP" dirty="0"/>
            </a:br>
            <a:r>
              <a:rPr kumimoji="1" lang="ja-JP" altLang="en-US" sz="1200" dirty="0">
                <a:latin typeface="Arial"/>
                <a:ea typeface="ＭＳ Ｐゴシック"/>
                <a:cs typeface="Arial"/>
              </a:rPr>
              <a:t>移動そのものをエンターテインメントにするドライブ・ツーリング体験を提供する。</a:t>
            </a:r>
          </a:p>
        </p:txBody>
      </p:sp>
      <p:sp>
        <p:nvSpPr>
          <p:cNvPr id="3" name="テキスト ボックス 2">
            <a:extLst>
              <a:ext uri="{FF2B5EF4-FFF2-40B4-BE49-F238E27FC236}">
                <a16:creationId xmlns:a16="http://schemas.microsoft.com/office/drawing/2014/main" id="{2CE22B80-3AC5-DB70-9953-FBF5FB42E07A}"/>
              </a:ext>
            </a:extLst>
          </p:cNvPr>
          <p:cNvSpPr txBox="1"/>
          <p:nvPr/>
        </p:nvSpPr>
        <p:spPr>
          <a:xfrm>
            <a:off x="151087" y="5024738"/>
            <a:ext cx="6591515" cy="1292662"/>
          </a:xfrm>
          <a:prstGeom prst="rect">
            <a:avLst/>
          </a:prstGeom>
          <a:noFill/>
        </p:spPr>
        <p:txBody>
          <a:bodyPr wrap="square" rtlCol="0">
            <a:spAutoFit/>
          </a:bodyPr>
          <a:lstStyle/>
          <a:p>
            <a:r>
              <a:rPr kumimoji="1" lang="en-US" altLang="ja-JP" sz="1600" dirty="0"/>
              <a:t>2</a:t>
            </a:r>
            <a:r>
              <a:rPr kumimoji="1" lang="ja-JP" altLang="en-US" sz="1600" dirty="0"/>
              <a:t>．コア機能</a:t>
            </a:r>
            <a:br>
              <a:rPr kumimoji="1" lang="en-US" altLang="ja-JP" dirty="0"/>
            </a:br>
            <a:r>
              <a:rPr kumimoji="1" lang="ja-JP" altLang="en-US" sz="1200" dirty="0"/>
              <a:t>・マップ表示</a:t>
            </a:r>
            <a:br>
              <a:rPr kumimoji="1" lang="en-US" altLang="ja-JP" sz="1200" dirty="0"/>
            </a:br>
            <a:r>
              <a:rPr kumimoji="1" lang="ja-JP" altLang="en-US" sz="1200" dirty="0"/>
              <a:t>・スポットの表示</a:t>
            </a:r>
            <a:br>
              <a:rPr kumimoji="1" lang="en-US" altLang="ja-JP" sz="1200" dirty="0"/>
            </a:br>
            <a:r>
              <a:rPr kumimoji="1" lang="ja-JP" altLang="en-US" sz="1200" dirty="0"/>
              <a:t>・スポット詳細</a:t>
            </a:r>
            <a:br>
              <a:rPr kumimoji="1" lang="en-US" altLang="ja-JP" sz="1200" dirty="0"/>
            </a:br>
            <a:r>
              <a:rPr kumimoji="1" lang="ja-JP" altLang="en-US" sz="1200" dirty="0"/>
              <a:t>・ログイン機能</a:t>
            </a:r>
            <a:br>
              <a:rPr kumimoji="1" lang="en-US" altLang="ja-JP" sz="1200" dirty="0"/>
            </a:br>
            <a:r>
              <a:rPr kumimoji="1" lang="ja-JP" altLang="en-US" sz="1200" dirty="0"/>
              <a:t>・スポット投稿機能</a:t>
            </a:r>
            <a:endParaRPr kumimoji="1" lang="ja-JP" altLang="en-US" dirty="0"/>
          </a:p>
        </p:txBody>
      </p:sp>
      <p:sp>
        <p:nvSpPr>
          <p:cNvPr id="4" name="テキスト ボックス 3">
            <a:extLst>
              <a:ext uri="{FF2B5EF4-FFF2-40B4-BE49-F238E27FC236}">
                <a16:creationId xmlns:a16="http://schemas.microsoft.com/office/drawing/2014/main" id="{6F0CC412-37C8-3F71-F208-FBFC6F4AC141}"/>
              </a:ext>
            </a:extLst>
          </p:cNvPr>
          <p:cNvSpPr txBox="1"/>
          <p:nvPr/>
        </p:nvSpPr>
        <p:spPr>
          <a:xfrm>
            <a:off x="147662" y="6317400"/>
            <a:ext cx="6501500" cy="1815882"/>
          </a:xfrm>
          <a:prstGeom prst="rect">
            <a:avLst/>
          </a:prstGeom>
          <a:noFill/>
        </p:spPr>
        <p:txBody>
          <a:bodyPr wrap="square" lIns="91440" tIns="45720" rIns="91440" bIns="45720" rtlCol="0" anchor="t">
            <a:spAutoFit/>
          </a:bodyPr>
          <a:lstStyle/>
          <a:p>
            <a:r>
              <a:rPr kumimoji="1" lang="en-US" altLang="ja-JP" sz="1600" dirty="0"/>
              <a:t>3. </a:t>
            </a:r>
            <a:r>
              <a:rPr kumimoji="1" lang="ja-JP" altLang="en-US" sz="1600" dirty="0"/>
              <a:t>既存機能との差別点</a:t>
            </a:r>
            <a:br>
              <a:rPr kumimoji="1" lang="en-US" altLang="ja-JP" sz="1600" dirty="0"/>
            </a:br>
            <a:r>
              <a:rPr lang="ja-JP" altLang="en-US" sz="1200" dirty="0"/>
              <a:t>既存の</a:t>
            </a:r>
            <a:r>
              <a:rPr kumimoji="1" lang="ja-JP" altLang="en-US" sz="1200" dirty="0"/>
              <a:t>マップには有名な観光地しか大きく表示されず、小さな絶景スポットを逃している可能性が非常に高い。</a:t>
            </a:r>
            <a:endParaRPr kumimoji="1" lang="en-US" altLang="ja-JP" sz="1200" dirty="0"/>
          </a:p>
          <a:p>
            <a:r>
              <a:rPr kumimoji="1" lang="ja-JP" altLang="en-US" sz="1200">
                <a:latin typeface="Arial"/>
                <a:ea typeface="ＭＳ Ｐゴシック"/>
                <a:cs typeface="Arial"/>
              </a:rPr>
              <a:t>そこでこのシステムを使用することで、</a:t>
            </a:r>
            <a:r>
              <a:rPr lang="ja-JP" altLang="en-US" sz="1200">
                <a:latin typeface="Arial"/>
                <a:ea typeface="ＭＳ Ｐゴシック"/>
                <a:cs typeface="Arial"/>
              </a:rPr>
              <a:t>混雑</a:t>
            </a:r>
            <a:r>
              <a:rPr kumimoji="1" lang="ja-JP" altLang="en-US" sz="1200">
                <a:latin typeface="Arial"/>
                <a:ea typeface="ＭＳ Ｐゴシック"/>
                <a:cs typeface="Arial"/>
              </a:rPr>
              <a:t>スポットを分散</a:t>
            </a:r>
            <a:r>
              <a:rPr lang="ja-JP" altLang="en-US" sz="1200">
                <a:latin typeface="Arial"/>
                <a:ea typeface="ＭＳ Ｐゴシック"/>
                <a:cs typeface="Arial"/>
              </a:rPr>
              <a:t>し</a:t>
            </a:r>
            <a:r>
              <a:rPr kumimoji="1" lang="ja-JP" altLang="en-US" sz="1200">
                <a:latin typeface="Arial"/>
                <a:ea typeface="ＭＳ Ｐゴシック"/>
                <a:cs typeface="Arial"/>
              </a:rPr>
              <a:t>観光地の密集化やユーザー体験の低下を改善できると考える。</a:t>
            </a:r>
            <a:br>
              <a:rPr lang="en-US" altLang="ja-JP" sz="1200" dirty="0"/>
            </a:br>
            <a:r>
              <a:rPr kumimoji="1" lang="ja-JP" altLang="en-US" sz="1200">
                <a:latin typeface="Arial"/>
                <a:ea typeface="ＭＳ Ｐゴシック"/>
                <a:cs typeface="Arial"/>
              </a:rPr>
              <a:t>車種によって制限されているところを案内可能にする。</a:t>
            </a:r>
            <a:br>
              <a:rPr lang="en-US" altLang="ja-JP" sz="1200" dirty="0"/>
            </a:br>
            <a:r>
              <a:rPr kumimoji="1" lang="ja-JP" altLang="en-US" sz="1200">
                <a:latin typeface="Arial"/>
                <a:ea typeface="ＭＳ Ｐゴシック"/>
                <a:cs typeface="Arial"/>
              </a:rPr>
              <a:t>車幅が大きいと通れないスポットや</a:t>
            </a:r>
            <a:r>
              <a:rPr kumimoji="1" lang="en-US" altLang="ja-JP" sz="1200">
                <a:latin typeface="Arial"/>
                <a:ea typeface="ＭＳ Ｐゴシック"/>
                <a:cs typeface="Arial"/>
              </a:rPr>
              <a:t>125CC</a:t>
            </a:r>
            <a:r>
              <a:rPr kumimoji="1" lang="ja-JP" altLang="en-US" sz="1200">
                <a:latin typeface="Arial"/>
                <a:ea typeface="ＭＳ Ｐゴシック"/>
                <a:cs typeface="Arial"/>
              </a:rPr>
              <a:t>以上のバイクではないとたどり着けないようなスポットを判別可能にする。</a:t>
            </a:r>
            <a:endParaRPr kumimoji="1" lang="en-US" altLang="ja-JP" sz="1200">
              <a:latin typeface="Arial"/>
              <a:ea typeface="ＭＳ Ｐゴシック"/>
              <a:cs typeface="Arial"/>
            </a:endParaRPr>
          </a:p>
          <a:p>
            <a:r>
              <a:rPr kumimoji="1" lang="ja-JP" altLang="en-US" sz="1200" dirty="0"/>
              <a:t>上記の機能を統合することで既存製品との大きく差別化できると考える。</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984E1AB26319C042BC65EDB24D6E87A4" ma:contentTypeVersion="3" ma:contentTypeDescription="新しいドキュメントを作成します。" ma:contentTypeScope="" ma:versionID="752ba7094ec3962e2b4669431063c2fb">
  <xsd:schema xmlns:xsd="http://www.w3.org/2001/XMLSchema" xmlns:xs="http://www.w3.org/2001/XMLSchema" xmlns:p="http://schemas.microsoft.com/office/2006/metadata/properties" xmlns:ns2="053a74bc-2ed0-4155-a243-b8a469059eb5" targetNamespace="http://schemas.microsoft.com/office/2006/metadata/properties" ma:root="true" ma:fieldsID="f47073807e40e7bbc3d441de789d4fdd" ns2:_="">
    <xsd:import namespace="053a74bc-2ed0-4155-a243-b8a469059eb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3a74bc-2ed0-4155-a243-b8a469059e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E4C0F73-7309-47A9-AC9A-3FFF0F6EA3D2}">
  <ds:schemaRefs>
    <ds:schemaRef ds:uri="http://purl.org/dc/elements/1.1/"/>
    <ds:schemaRef ds:uri="http://schemas.openxmlformats.org/package/2006/metadata/core-properties"/>
    <ds:schemaRef ds:uri="http://schemas.microsoft.com/office/2006/metadata/properties"/>
    <ds:schemaRef ds:uri="http://www.w3.org/XML/1998/namespace"/>
    <ds:schemaRef ds:uri="053a74bc-2ed0-4155-a243-b8a469059eb5"/>
    <ds:schemaRef ds:uri="http://schemas.microsoft.com/office/2006/documentManagement/types"/>
    <ds:schemaRef ds:uri="http://schemas.microsoft.com/office/infopath/2007/PartnerControls"/>
    <ds:schemaRef ds:uri="http://purl.org/dc/dcmitype/"/>
    <ds:schemaRef ds:uri="http://purl.org/dc/terms/"/>
  </ds:schemaRefs>
</ds:datastoreItem>
</file>

<file path=customXml/itemProps2.xml><?xml version="1.0" encoding="utf-8"?>
<ds:datastoreItem xmlns:ds="http://schemas.openxmlformats.org/officeDocument/2006/customXml" ds:itemID="{A63B3226-362E-44CF-892F-4BCF8F9A8E64}">
  <ds:schemaRefs>
    <ds:schemaRef ds:uri="http://schemas.microsoft.com/sharepoint/v3/contenttype/forms"/>
  </ds:schemaRefs>
</ds:datastoreItem>
</file>

<file path=customXml/itemProps3.xml><?xml version="1.0" encoding="utf-8"?>
<ds:datastoreItem xmlns:ds="http://schemas.openxmlformats.org/officeDocument/2006/customXml" ds:itemID="{A9BD9858-5267-4207-932E-0EA9A23E942E}">
  <ds:schemaRefs>
    <ds:schemaRef ds:uri="053a74bc-2ed0-4155-a243-b8a469059eb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8d41d6d7-36ce-4e0c-8c6d-cf2c54c39039}" enabled="0" method="" siteId="{8d41d6d7-36ce-4e0c-8c6d-cf2c54c39039}" removed="1"/>
</clbl:labelList>
</file>

<file path=docProps/app.xml><?xml version="1.0" encoding="utf-8"?>
<Properties xmlns="http://schemas.openxmlformats.org/officeDocument/2006/extended-properties" xmlns:vt="http://schemas.openxmlformats.org/officeDocument/2006/docPropsVTypes">
  <TotalTime>0</TotalTime>
  <Words>302</Words>
  <Application>Microsoft Office PowerPoint</Application>
  <PresentationFormat>画面に合わせる (4:3)</PresentationFormat>
  <Paragraphs>17</Paragraphs>
  <Slides>1</Slides>
  <Notes>1</Notes>
  <HiddenSlides>0</HiddenSlides>
  <MMClips>0</MMClips>
  <ScaleCrop>false</ScaleCrop>
  <HeadingPairs>
    <vt:vector size="4" baseType="variant">
      <vt:variant>
        <vt:lpstr>テーマ</vt:lpstr>
      </vt:variant>
      <vt:variant>
        <vt:i4>1</vt:i4>
      </vt:variant>
      <vt:variant>
        <vt:lpstr>スライド タイトル</vt:lpstr>
      </vt:variant>
      <vt:variant>
        <vt:i4>1</vt:i4>
      </vt:variant>
    </vt:vector>
  </HeadingPairs>
  <TitlesOfParts>
    <vt:vector size="2" baseType="lpstr">
      <vt:lpstr>Office テーマ</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takagi.kei</dc:creator>
  <cp:lastModifiedBy>THIA13A08320 林紘季</cp:lastModifiedBy>
  <cp:revision>29</cp:revision>
  <dcterms:created xsi:type="dcterms:W3CDTF">2012-03-02T02:40:45Z</dcterms:created>
  <dcterms:modified xsi:type="dcterms:W3CDTF">2026-05-12T06:40:21Z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0x010100984E1AB26319C042BC65EDB24D6E87A4</vt:lpwstr>
  </property>
</Properties>
</file>